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4BA8795-E354-4910-AA60-B9F6C03BB46F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648CB8F-9C4A-4A07-B3B9-88A9A76358A4}">
      <dgm:prSet/>
      <dgm:spPr/>
      <dgm:t>
        <a:bodyPr/>
        <a:lstStyle/>
        <a:p>
          <a:r>
            <a:rPr lang="en-US"/>
            <a:t>Frontend</a:t>
          </a:r>
        </a:p>
      </dgm:t>
    </dgm:pt>
    <dgm:pt modelId="{8C9503ED-A734-4417-83F2-215B4D7FC720}" type="parTrans" cxnId="{E11C7332-316F-41B2-9FA2-F32576E17D4F}">
      <dgm:prSet/>
      <dgm:spPr/>
      <dgm:t>
        <a:bodyPr/>
        <a:lstStyle/>
        <a:p>
          <a:endParaRPr lang="en-US"/>
        </a:p>
      </dgm:t>
    </dgm:pt>
    <dgm:pt modelId="{0A0C14CA-88C8-488D-AFFA-86A2C84098BD}" type="sibTrans" cxnId="{E11C7332-316F-41B2-9FA2-F32576E17D4F}">
      <dgm:prSet/>
      <dgm:spPr/>
      <dgm:t>
        <a:bodyPr/>
        <a:lstStyle/>
        <a:p>
          <a:endParaRPr lang="en-US"/>
        </a:p>
      </dgm:t>
    </dgm:pt>
    <dgm:pt modelId="{99B1A77D-A9C0-49C2-B27C-4D8241CDF6E9}">
      <dgm:prSet/>
      <dgm:spPr/>
      <dgm:t>
        <a:bodyPr/>
        <a:lstStyle/>
        <a:p>
          <a:r>
            <a:rPr lang="en-US"/>
            <a:t>HTML5 </a:t>
          </a:r>
        </a:p>
      </dgm:t>
    </dgm:pt>
    <dgm:pt modelId="{D8A3866A-A351-487B-BBD9-F77EDA007C6E}" type="parTrans" cxnId="{BDAB9912-7E02-47B6-B111-38D36F255553}">
      <dgm:prSet/>
      <dgm:spPr/>
      <dgm:t>
        <a:bodyPr/>
        <a:lstStyle/>
        <a:p>
          <a:endParaRPr lang="en-US"/>
        </a:p>
      </dgm:t>
    </dgm:pt>
    <dgm:pt modelId="{5DFE56EA-C917-4EC8-8381-F166492B1698}" type="sibTrans" cxnId="{BDAB9912-7E02-47B6-B111-38D36F255553}">
      <dgm:prSet/>
      <dgm:spPr/>
      <dgm:t>
        <a:bodyPr/>
        <a:lstStyle/>
        <a:p>
          <a:endParaRPr lang="en-US"/>
        </a:p>
      </dgm:t>
    </dgm:pt>
    <dgm:pt modelId="{594A9602-E18B-4675-81E4-63F43211D9C6}">
      <dgm:prSet/>
      <dgm:spPr/>
      <dgm:t>
        <a:bodyPr/>
        <a:lstStyle/>
        <a:p>
          <a:r>
            <a:rPr lang="en-US"/>
            <a:t>CSS3 </a:t>
          </a:r>
        </a:p>
      </dgm:t>
    </dgm:pt>
    <dgm:pt modelId="{CFC160B3-CD07-47E6-AB1B-44AB67199213}" type="parTrans" cxnId="{D7F709F2-7FDC-4D7F-8B3C-48BECF226CA1}">
      <dgm:prSet/>
      <dgm:spPr/>
      <dgm:t>
        <a:bodyPr/>
        <a:lstStyle/>
        <a:p>
          <a:endParaRPr lang="en-US"/>
        </a:p>
      </dgm:t>
    </dgm:pt>
    <dgm:pt modelId="{724ABE1D-F126-49BE-8098-7791BE64002F}" type="sibTrans" cxnId="{D7F709F2-7FDC-4D7F-8B3C-48BECF226CA1}">
      <dgm:prSet/>
      <dgm:spPr/>
      <dgm:t>
        <a:bodyPr/>
        <a:lstStyle/>
        <a:p>
          <a:endParaRPr lang="en-US"/>
        </a:p>
      </dgm:t>
    </dgm:pt>
    <dgm:pt modelId="{2EA1D83B-24CC-45BD-91B4-41F79DACAA45}">
      <dgm:prSet/>
      <dgm:spPr/>
      <dgm:t>
        <a:bodyPr/>
        <a:lstStyle/>
        <a:p>
          <a:r>
            <a:rPr lang="en-US"/>
            <a:t>JavaScript </a:t>
          </a:r>
        </a:p>
      </dgm:t>
    </dgm:pt>
    <dgm:pt modelId="{3205F2A4-C105-4DB0-B382-EE2D97D94FB8}" type="parTrans" cxnId="{ED6C3CE3-D41D-42A8-9819-222F7C1061C1}">
      <dgm:prSet/>
      <dgm:spPr/>
      <dgm:t>
        <a:bodyPr/>
        <a:lstStyle/>
        <a:p>
          <a:endParaRPr lang="en-US"/>
        </a:p>
      </dgm:t>
    </dgm:pt>
    <dgm:pt modelId="{41B92CF3-844D-43CC-8941-C42CC7306CA9}" type="sibTrans" cxnId="{ED6C3CE3-D41D-42A8-9819-222F7C1061C1}">
      <dgm:prSet/>
      <dgm:spPr/>
      <dgm:t>
        <a:bodyPr/>
        <a:lstStyle/>
        <a:p>
          <a:endParaRPr lang="en-US"/>
        </a:p>
      </dgm:t>
    </dgm:pt>
    <dgm:pt modelId="{B3656286-2E5F-472E-BD1E-5B87681316AC}">
      <dgm:prSet/>
      <dgm:spPr/>
      <dgm:t>
        <a:bodyPr/>
        <a:lstStyle/>
        <a:p>
          <a:r>
            <a:rPr lang="en-US"/>
            <a:t>Backend</a:t>
          </a:r>
        </a:p>
      </dgm:t>
    </dgm:pt>
    <dgm:pt modelId="{C0BB3D9E-DD5F-49AC-9A42-C2AE6FD34163}" type="parTrans" cxnId="{83D9516D-CF71-478A-8ABF-22B45C385D11}">
      <dgm:prSet/>
      <dgm:spPr/>
      <dgm:t>
        <a:bodyPr/>
        <a:lstStyle/>
        <a:p>
          <a:endParaRPr lang="en-US"/>
        </a:p>
      </dgm:t>
    </dgm:pt>
    <dgm:pt modelId="{7B57DA8A-624E-4FCA-BD2C-8D18E175ABB1}" type="sibTrans" cxnId="{83D9516D-CF71-478A-8ABF-22B45C385D11}">
      <dgm:prSet/>
      <dgm:spPr/>
      <dgm:t>
        <a:bodyPr/>
        <a:lstStyle/>
        <a:p>
          <a:endParaRPr lang="en-US"/>
        </a:p>
      </dgm:t>
    </dgm:pt>
    <dgm:pt modelId="{2ADD430F-D75B-49D2-9959-F14AE7580DBF}">
      <dgm:prSet/>
      <dgm:spPr/>
      <dgm:t>
        <a:bodyPr/>
        <a:lstStyle/>
        <a:p>
          <a:r>
            <a:rPr lang="en-US"/>
            <a:t>Node.js </a:t>
          </a:r>
        </a:p>
      </dgm:t>
    </dgm:pt>
    <dgm:pt modelId="{C8EFDC12-C25C-4210-8091-7A6177A05DE0}" type="parTrans" cxnId="{70F88C1E-B24C-41C3-998F-10A542E4BA4F}">
      <dgm:prSet/>
      <dgm:spPr/>
      <dgm:t>
        <a:bodyPr/>
        <a:lstStyle/>
        <a:p>
          <a:endParaRPr lang="en-US"/>
        </a:p>
      </dgm:t>
    </dgm:pt>
    <dgm:pt modelId="{ED35E9C5-05F3-415E-B6FB-F832FBE45E1C}" type="sibTrans" cxnId="{70F88C1E-B24C-41C3-998F-10A542E4BA4F}">
      <dgm:prSet/>
      <dgm:spPr/>
      <dgm:t>
        <a:bodyPr/>
        <a:lstStyle/>
        <a:p>
          <a:endParaRPr lang="en-US"/>
        </a:p>
      </dgm:t>
    </dgm:pt>
    <dgm:pt modelId="{6F064093-8338-412E-8825-2A8EDBF600C9}">
      <dgm:prSet/>
      <dgm:spPr/>
      <dgm:t>
        <a:bodyPr/>
        <a:lstStyle/>
        <a:p>
          <a:r>
            <a:rPr lang="en-US"/>
            <a:t>ExpressJS </a:t>
          </a:r>
        </a:p>
      </dgm:t>
    </dgm:pt>
    <dgm:pt modelId="{8DBE833D-A178-4482-A147-8B99A074B69F}" type="parTrans" cxnId="{7FD55A30-7509-40F6-9C76-A0B9325F04C7}">
      <dgm:prSet/>
      <dgm:spPr/>
      <dgm:t>
        <a:bodyPr/>
        <a:lstStyle/>
        <a:p>
          <a:endParaRPr lang="en-US"/>
        </a:p>
      </dgm:t>
    </dgm:pt>
    <dgm:pt modelId="{3E6405F2-D42C-4F89-BE14-52AA25C76CCD}" type="sibTrans" cxnId="{7FD55A30-7509-40F6-9C76-A0B9325F04C7}">
      <dgm:prSet/>
      <dgm:spPr/>
      <dgm:t>
        <a:bodyPr/>
        <a:lstStyle/>
        <a:p>
          <a:endParaRPr lang="en-US"/>
        </a:p>
      </dgm:t>
    </dgm:pt>
    <dgm:pt modelId="{B7133A7C-CD05-437F-9237-EF4A89F5309D}">
      <dgm:prSet/>
      <dgm:spPr/>
      <dgm:t>
        <a:bodyPr/>
        <a:lstStyle/>
        <a:p>
          <a:r>
            <a:rPr lang="en-US"/>
            <a:t>Database</a:t>
          </a:r>
        </a:p>
      </dgm:t>
    </dgm:pt>
    <dgm:pt modelId="{9902694C-E618-4BBC-A276-C420CE7EC0D7}" type="parTrans" cxnId="{22E03A5A-305B-48AA-80EF-8E2B621F5674}">
      <dgm:prSet/>
      <dgm:spPr/>
      <dgm:t>
        <a:bodyPr/>
        <a:lstStyle/>
        <a:p>
          <a:endParaRPr lang="en-US"/>
        </a:p>
      </dgm:t>
    </dgm:pt>
    <dgm:pt modelId="{B84D2D66-5629-4E17-9D22-E3023D66A1CA}" type="sibTrans" cxnId="{22E03A5A-305B-48AA-80EF-8E2B621F5674}">
      <dgm:prSet/>
      <dgm:spPr/>
      <dgm:t>
        <a:bodyPr/>
        <a:lstStyle/>
        <a:p>
          <a:endParaRPr lang="en-US"/>
        </a:p>
      </dgm:t>
    </dgm:pt>
    <dgm:pt modelId="{3C573751-5A0D-4627-A4A7-8C7493279E31}">
      <dgm:prSet/>
      <dgm:spPr/>
      <dgm:t>
        <a:bodyPr/>
        <a:lstStyle/>
        <a:p>
          <a:r>
            <a:rPr lang="en-US"/>
            <a:t>MySQL </a:t>
          </a:r>
        </a:p>
      </dgm:t>
    </dgm:pt>
    <dgm:pt modelId="{83B08BE4-0E86-4C2C-9AC6-0EB706835AEE}" type="parTrans" cxnId="{6FFB4D7A-143A-4A48-A63F-9AFC376333B5}">
      <dgm:prSet/>
      <dgm:spPr/>
      <dgm:t>
        <a:bodyPr/>
        <a:lstStyle/>
        <a:p>
          <a:endParaRPr lang="en-US"/>
        </a:p>
      </dgm:t>
    </dgm:pt>
    <dgm:pt modelId="{381C1987-1FC7-4A4F-920C-DAEE728FC799}" type="sibTrans" cxnId="{6FFB4D7A-143A-4A48-A63F-9AFC376333B5}">
      <dgm:prSet/>
      <dgm:spPr/>
      <dgm:t>
        <a:bodyPr/>
        <a:lstStyle/>
        <a:p>
          <a:endParaRPr lang="en-US"/>
        </a:p>
      </dgm:t>
    </dgm:pt>
    <dgm:pt modelId="{6446ADBC-37CC-4408-A607-B092D027AD15}">
      <dgm:prSet/>
      <dgm:spPr/>
      <dgm:t>
        <a:bodyPr/>
        <a:lstStyle/>
        <a:p>
          <a:r>
            <a:rPr lang="en-US"/>
            <a:t>Khác</a:t>
          </a:r>
        </a:p>
      </dgm:t>
    </dgm:pt>
    <dgm:pt modelId="{8620117C-82D5-445B-9BCD-DF891B946F8B}" type="parTrans" cxnId="{B936A4A2-5187-489E-8A16-AD6DA00F7F1B}">
      <dgm:prSet/>
      <dgm:spPr/>
      <dgm:t>
        <a:bodyPr/>
        <a:lstStyle/>
        <a:p>
          <a:endParaRPr lang="en-US"/>
        </a:p>
      </dgm:t>
    </dgm:pt>
    <dgm:pt modelId="{AD72A280-6E9D-44B0-97CD-040B64688354}" type="sibTrans" cxnId="{B936A4A2-5187-489E-8A16-AD6DA00F7F1B}">
      <dgm:prSet/>
      <dgm:spPr/>
      <dgm:t>
        <a:bodyPr/>
        <a:lstStyle/>
        <a:p>
          <a:endParaRPr lang="en-US"/>
        </a:p>
      </dgm:t>
    </dgm:pt>
    <dgm:pt modelId="{2DA78AF5-D434-43C3-93CF-8855DA19DAAE}">
      <dgm:prSet/>
      <dgm:spPr/>
      <dgm:t>
        <a:bodyPr/>
        <a:lstStyle/>
        <a:p>
          <a:r>
            <a:rPr lang="en-US"/>
            <a:t>JWT </a:t>
          </a:r>
        </a:p>
      </dgm:t>
    </dgm:pt>
    <dgm:pt modelId="{10058244-008C-4C84-A913-ABFD6D4394D9}" type="parTrans" cxnId="{D8FC9F52-5E1A-49B1-BEBA-A22AF49960BD}">
      <dgm:prSet/>
      <dgm:spPr/>
      <dgm:t>
        <a:bodyPr/>
        <a:lstStyle/>
        <a:p>
          <a:endParaRPr lang="en-US"/>
        </a:p>
      </dgm:t>
    </dgm:pt>
    <dgm:pt modelId="{78FE2392-6081-45DE-93CF-60A41E689D89}" type="sibTrans" cxnId="{D8FC9F52-5E1A-49B1-BEBA-A22AF49960BD}">
      <dgm:prSet/>
      <dgm:spPr/>
      <dgm:t>
        <a:bodyPr/>
        <a:lstStyle/>
        <a:p>
          <a:endParaRPr lang="en-US"/>
        </a:p>
      </dgm:t>
    </dgm:pt>
    <dgm:pt modelId="{1EEF47FF-5FA0-4104-9C62-5A7BD529FB02}">
      <dgm:prSet/>
      <dgm:spPr/>
      <dgm:t>
        <a:bodyPr/>
        <a:lstStyle/>
        <a:p>
          <a:r>
            <a:rPr lang="en-US"/>
            <a:t>Google OAuth 2.0 </a:t>
          </a:r>
        </a:p>
      </dgm:t>
    </dgm:pt>
    <dgm:pt modelId="{BBA90C06-3552-4BBC-8F05-6EDD18411C50}" type="parTrans" cxnId="{2078CCED-EC2B-4BE4-B7D8-7D25AD13FB40}">
      <dgm:prSet/>
      <dgm:spPr/>
      <dgm:t>
        <a:bodyPr/>
        <a:lstStyle/>
        <a:p>
          <a:endParaRPr lang="en-US"/>
        </a:p>
      </dgm:t>
    </dgm:pt>
    <dgm:pt modelId="{CF6D8E91-A20C-4246-BA6D-3779FB071C28}" type="sibTrans" cxnId="{2078CCED-EC2B-4BE4-B7D8-7D25AD13FB40}">
      <dgm:prSet/>
      <dgm:spPr/>
      <dgm:t>
        <a:bodyPr/>
        <a:lstStyle/>
        <a:p>
          <a:endParaRPr lang="en-US"/>
        </a:p>
      </dgm:t>
    </dgm:pt>
    <dgm:pt modelId="{7D46A066-769E-4FCF-AE24-816BE83EF449}">
      <dgm:prSet/>
      <dgm:spPr/>
      <dgm:t>
        <a:bodyPr/>
        <a:lstStyle/>
        <a:p>
          <a:r>
            <a:rPr lang="en-US"/>
            <a:t>Nodemailer </a:t>
          </a:r>
        </a:p>
      </dgm:t>
    </dgm:pt>
    <dgm:pt modelId="{FF78B9FC-67C8-4D2A-8F50-7C969C6EAE92}" type="parTrans" cxnId="{B1F31274-CCB7-4F5F-B579-4BBED3419A3F}">
      <dgm:prSet/>
      <dgm:spPr/>
      <dgm:t>
        <a:bodyPr/>
        <a:lstStyle/>
        <a:p>
          <a:endParaRPr lang="en-US"/>
        </a:p>
      </dgm:t>
    </dgm:pt>
    <dgm:pt modelId="{3B2299BD-EA66-40DD-B187-8219C039CB94}" type="sibTrans" cxnId="{B1F31274-CCB7-4F5F-B579-4BBED3419A3F}">
      <dgm:prSet/>
      <dgm:spPr/>
      <dgm:t>
        <a:bodyPr/>
        <a:lstStyle/>
        <a:p>
          <a:endParaRPr lang="en-US"/>
        </a:p>
      </dgm:t>
    </dgm:pt>
    <dgm:pt modelId="{6CE0B74F-39CC-4E2C-9D9C-488D60181090}">
      <dgm:prSet/>
      <dgm:spPr/>
      <dgm:t>
        <a:bodyPr/>
        <a:lstStyle/>
        <a:p>
          <a:r>
            <a:rPr lang="en-US"/>
            <a:t>Google Maps API</a:t>
          </a:r>
        </a:p>
      </dgm:t>
    </dgm:pt>
    <dgm:pt modelId="{742F4F2F-6131-423B-BEC7-2587401A795F}" type="parTrans" cxnId="{079E99D7-6343-414D-A5F2-D80B1B56B5E0}">
      <dgm:prSet/>
      <dgm:spPr/>
      <dgm:t>
        <a:bodyPr/>
        <a:lstStyle/>
        <a:p>
          <a:endParaRPr lang="en-US"/>
        </a:p>
      </dgm:t>
    </dgm:pt>
    <dgm:pt modelId="{9D2B7F17-9E64-4A72-A3A0-9CDB1DFC459F}" type="sibTrans" cxnId="{079E99D7-6343-414D-A5F2-D80B1B56B5E0}">
      <dgm:prSet/>
      <dgm:spPr/>
      <dgm:t>
        <a:bodyPr/>
        <a:lstStyle/>
        <a:p>
          <a:endParaRPr lang="en-US"/>
        </a:p>
      </dgm:t>
    </dgm:pt>
    <dgm:pt modelId="{74FEDFC2-C05C-4E8A-893C-EA32543ACB19}" type="pres">
      <dgm:prSet presAssocID="{44BA8795-E354-4910-AA60-B9F6C03BB46F}" presName="diagram" presStyleCnt="0">
        <dgm:presLayoutVars>
          <dgm:dir/>
          <dgm:resizeHandles val="exact"/>
        </dgm:presLayoutVars>
      </dgm:prSet>
      <dgm:spPr/>
    </dgm:pt>
    <dgm:pt modelId="{3FC8C35B-6BB5-49CE-BCC2-5D78E190D785}" type="pres">
      <dgm:prSet presAssocID="{2648CB8F-9C4A-4A07-B3B9-88A9A76358A4}" presName="node" presStyleLbl="node1" presStyleIdx="0" presStyleCnt="14">
        <dgm:presLayoutVars>
          <dgm:bulletEnabled val="1"/>
        </dgm:presLayoutVars>
      </dgm:prSet>
      <dgm:spPr/>
    </dgm:pt>
    <dgm:pt modelId="{638C8EC2-11E3-47F1-9FB1-27FC44315B1D}" type="pres">
      <dgm:prSet presAssocID="{0A0C14CA-88C8-488D-AFFA-86A2C84098BD}" presName="sibTrans" presStyleCnt="0"/>
      <dgm:spPr/>
    </dgm:pt>
    <dgm:pt modelId="{F58DEE71-7953-48A0-AD08-DB7F99048CB8}" type="pres">
      <dgm:prSet presAssocID="{99B1A77D-A9C0-49C2-B27C-4D8241CDF6E9}" presName="node" presStyleLbl="node1" presStyleIdx="1" presStyleCnt="14">
        <dgm:presLayoutVars>
          <dgm:bulletEnabled val="1"/>
        </dgm:presLayoutVars>
      </dgm:prSet>
      <dgm:spPr/>
    </dgm:pt>
    <dgm:pt modelId="{0F1D58F4-F245-49D3-B0DA-D349A17D2446}" type="pres">
      <dgm:prSet presAssocID="{5DFE56EA-C917-4EC8-8381-F166492B1698}" presName="sibTrans" presStyleCnt="0"/>
      <dgm:spPr/>
    </dgm:pt>
    <dgm:pt modelId="{F956C1AC-9CE1-4099-A0F7-AB813A0D4F3A}" type="pres">
      <dgm:prSet presAssocID="{594A9602-E18B-4675-81E4-63F43211D9C6}" presName="node" presStyleLbl="node1" presStyleIdx="2" presStyleCnt="14">
        <dgm:presLayoutVars>
          <dgm:bulletEnabled val="1"/>
        </dgm:presLayoutVars>
      </dgm:prSet>
      <dgm:spPr/>
    </dgm:pt>
    <dgm:pt modelId="{DB8C063F-7C8C-4488-86AB-84BD99CEA69C}" type="pres">
      <dgm:prSet presAssocID="{724ABE1D-F126-49BE-8098-7791BE64002F}" presName="sibTrans" presStyleCnt="0"/>
      <dgm:spPr/>
    </dgm:pt>
    <dgm:pt modelId="{BE11C96E-B50A-4251-9B25-EB58EC4BCD64}" type="pres">
      <dgm:prSet presAssocID="{2EA1D83B-24CC-45BD-91B4-41F79DACAA45}" presName="node" presStyleLbl="node1" presStyleIdx="3" presStyleCnt="14">
        <dgm:presLayoutVars>
          <dgm:bulletEnabled val="1"/>
        </dgm:presLayoutVars>
      </dgm:prSet>
      <dgm:spPr/>
    </dgm:pt>
    <dgm:pt modelId="{8853DDB9-6D21-4653-9315-D31DCAEA01E5}" type="pres">
      <dgm:prSet presAssocID="{41B92CF3-844D-43CC-8941-C42CC7306CA9}" presName="sibTrans" presStyleCnt="0"/>
      <dgm:spPr/>
    </dgm:pt>
    <dgm:pt modelId="{3156D2BF-788E-414C-89C4-773022D8171A}" type="pres">
      <dgm:prSet presAssocID="{B3656286-2E5F-472E-BD1E-5B87681316AC}" presName="node" presStyleLbl="node1" presStyleIdx="4" presStyleCnt="14">
        <dgm:presLayoutVars>
          <dgm:bulletEnabled val="1"/>
        </dgm:presLayoutVars>
      </dgm:prSet>
      <dgm:spPr/>
    </dgm:pt>
    <dgm:pt modelId="{9B7B1262-561A-4532-9083-7827CF71C010}" type="pres">
      <dgm:prSet presAssocID="{7B57DA8A-624E-4FCA-BD2C-8D18E175ABB1}" presName="sibTrans" presStyleCnt="0"/>
      <dgm:spPr/>
    </dgm:pt>
    <dgm:pt modelId="{454453C1-5E29-4A9D-B780-BE44D0FB45F9}" type="pres">
      <dgm:prSet presAssocID="{2ADD430F-D75B-49D2-9959-F14AE7580DBF}" presName="node" presStyleLbl="node1" presStyleIdx="5" presStyleCnt="14">
        <dgm:presLayoutVars>
          <dgm:bulletEnabled val="1"/>
        </dgm:presLayoutVars>
      </dgm:prSet>
      <dgm:spPr/>
    </dgm:pt>
    <dgm:pt modelId="{9BA77CBF-9BE8-4C1E-8107-825D93DEC688}" type="pres">
      <dgm:prSet presAssocID="{ED35E9C5-05F3-415E-B6FB-F832FBE45E1C}" presName="sibTrans" presStyleCnt="0"/>
      <dgm:spPr/>
    </dgm:pt>
    <dgm:pt modelId="{65688BCA-C2CA-4935-9E4B-87C1153D4CF2}" type="pres">
      <dgm:prSet presAssocID="{6F064093-8338-412E-8825-2A8EDBF600C9}" presName="node" presStyleLbl="node1" presStyleIdx="6" presStyleCnt="14">
        <dgm:presLayoutVars>
          <dgm:bulletEnabled val="1"/>
        </dgm:presLayoutVars>
      </dgm:prSet>
      <dgm:spPr/>
    </dgm:pt>
    <dgm:pt modelId="{800270AD-E715-4953-9BBD-EEAB5BCBCA0B}" type="pres">
      <dgm:prSet presAssocID="{3E6405F2-D42C-4F89-BE14-52AA25C76CCD}" presName="sibTrans" presStyleCnt="0"/>
      <dgm:spPr/>
    </dgm:pt>
    <dgm:pt modelId="{7336FD90-775E-4C6D-A0A8-7B9A376DFA1F}" type="pres">
      <dgm:prSet presAssocID="{B7133A7C-CD05-437F-9237-EF4A89F5309D}" presName="node" presStyleLbl="node1" presStyleIdx="7" presStyleCnt="14">
        <dgm:presLayoutVars>
          <dgm:bulletEnabled val="1"/>
        </dgm:presLayoutVars>
      </dgm:prSet>
      <dgm:spPr/>
    </dgm:pt>
    <dgm:pt modelId="{B43FCAD4-FE02-4B8E-A657-7820D584E3F9}" type="pres">
      <dgm:prSet presAssocID="{B84D2D66-5629-4E17-9D22-E3023D66A1CA}" presName="sibTrans" presStyleCnt="0"/>
      <dgm:spPr/>
    </dgm:pt>
    <dgm:pt modelId="{770544A6-231B-41D5-9E58-6D14CC8B3CC0}" type="pres">
      <dgm:prSet presAssocID="{3C573751-5A0D-4627-A4A7-8C7493279E31}" presName="node" presStyleLbl="node1" presStyleIdx="8" presStyleCnt="14">
        <dgm:presLayoutVars>
          <dgm:bulletEnabled val="1"/>
        </dgm:presLayoutVars>
      </dgm:prSet>
      <dgm:spPr/>
    </dgm:pt>
    <dgm:pt modelId="{CA71030A-9EC0-4B3D-A4E2-F2353B905222}" type="pres">
      <dgm:prSet presAssocID="{381C1987-1FC7-4A4F-920C-DAEE728FC799}" presName="sibTrans" presStyleCnt="0"/>
      <dgm:spPr/>
    </dgm:pt>
    <dgm:pt modelId="{D86D06AE-E579-4059-8413-965262497DBA}" type="pres">
      <dgm:prSet presAssocID="{6446ADBC-37CC-4408-A607-B092D027AD15}" presName="node" presStyleLbl="node1" presStyleIdx="9" presStyleCnt="14">
        <dgm:presLayoutVars>
          <dgm:bulletEnabled val="1"/>
        </dgm:presLayoutVars>
      </dgm:prSet>
      <dgm:spPr/>
    </dgm:pt>
    <dgm:pt modelId="{08CF6BA7-453B-4250-B63C-E1E6836759FC}" type="pres">
      <dgm:prSet presAssocID="{AD72A280-6E9D-44B0-97CD-040B64688354}" presName="sibTrans" presStyleCnt="0"/>
      <dgm:spPr/>
    </dgm:pt>
    <dgm:pt modelId="{8A6A2F8C-704F-4CBF-9CAA-C53C1E0C8D58}" type="pres">
      <dgm:prSet presAssocID="{2DA78AF5-D434-43C3-93CF-8855DA19DAAE}" presName="node" presStyleLbl="node1" presStyleIdx="10" presStyleCnt="14">
        <dgm:presLayoutVars>
          <dgm:bulletEnabled val="1"/>
        </dgm:presLayoutVars>
      </dgm:prSet>
      <dgm:spPr/>
    </dgm:pt>
    <dgm:pt modelId="{7DF207A8-3350-4B23-8099-62340BED171E}" type="pres">
      <dgm:prSet presAssocID="{78FE2392-6081-45DE-93CF-60A41E689D89}" presName="sibTrans" presStyleCnt="0"/>
      <dgm:spPr/>
    </dgm:pt>
    <dgm:pt modelId="{E3298092-0D49-4410-AB6C-287E13BAB878}" type="pres">
      <dgm:prSet presAssocID="{1EEF47FF-5FA0-4104-9C62-5A7BD529FB02}" presName="node" presStyleLbl="node1" presStyleIdx="11" presStyleCnt="14">
        <dgm:presLayoutVars>
          <dgm:bulletEnabled val="1"/>
        </dgm:presLayoutVars>
      </dgm:prSet>
      <dgm:spPr/>
    </dgm:pt>
    <dgm:pt modelId="{8DF5F0D7-608B-4568-AF28-C6C48120932A}" type="pres">
      <dgm:prSet presAssocID="{CF6D8E91-A20C-4246-BA6D-3779FB071C28}" presName="sibTrans" presStyleCnt="0"/>
      <dgm:spPr/>
    </dgm:pt>
    <dgm:pt modelId="{0975E7F2-5ACD-41A7-BC65-9861C8F6AC33}" type="pres">
      <dgm:prSet presAssocID="{7D46A066-769E-4FCF-AE24-816BE83EF449}" presName="node" presStyleLbl="node1" presStyleIdx="12" presStyleCnt="14">
        <dgm:presLayoutVars>
          <dgm:bulletEnabled val="1"/>
        </dgm:presLayoutVars>
      </dgm:prSet>
      <dgm:spPr/>
    </dgm:pt>
    <dgm:pt modelId="{216373FB-4159-4004-A0EC-A9C93BB44886}" type="pres">
      <dgm:prSet presAssocID="{3B2299BD-EA66-40DD-B187-8219C039CB94}" presName="sibTrans" presStyleCnt="0"/>
      <dgm:spPr/>
    </dgm:pt>
    <dgm:pt modelId="{60C54D74-4F71-4937-8A7C-671452A90B40}" type="pres">
      <dgm:prSet presAssocID="{6CE0B74F-39CC-4E2C-9D9C-488D60181090}" presName="node" presStyleLbl="node1" presStyleIdx="13" presStyleCnt="14">
        <dgm:presLayoutVars>
          <dgm:bulletEnabled val="1"/>
        </dgm:presLayoutVars>
      </dgm:prSet>
      <dgm:spPr/>
    </dgm:pt>
  </dgm:ptLst>
  <dgm:cxnLst>
    <dgm:cxn modelId="{8F12E709-68A8-47DA-80AD-3E7C694E2CB5}" type="presOf" srcId="{B7133A7C-CD05-437F-9237-EF4A89F5309D}" destId="{7336FD90-775E-4C6D-A0A8-7B9A376DFA1F}" srcOrd="0" destOrd="0" presId="urn:microsoft.com/office/officeart/2005/8/layout/default"/>
    <dgm:cxn modelId="{BDAB9912-7E02-47B6-B111-38D36F255553}" srcId="{44BA8795-E354-4910-AA60-B9F6C03BB46F}" destId="{99B1A77D-A9C0-49C2-B27C-4D8241CDF6E9}" srcOrd="1" destOrd="0" parTransId="{D8A3866A-A351-487B-BBD9-F77EDA007C6E}" sibTransId="{5DFE56EA-C917-4EC8-8381-F166492B1698}"/>
    <dgm:cxn modelId="{EBC42F15-18D9-42D9-8EFE-2759D00C6F93}" type="presOf" srcId="{2DA78AF5-D434-43C3-93CF-8855DA19DAAE}" destId="{8A6A2F8C-704F-4CBF-9CAA-C53C1E0C8D58}" srcOrd="0" destOrd="0" presId="urn:microsoft.com/office/officeart/2005/8/layout/default"/>
    <dgm:cxn modelId="{70F88C1E-B24C-41C3-998F-10A542E4BA4F}" srcId="{44BA8795-E354-4910-AA60-B9F6C03BB46F}" destId="{2ADD430F-D75B-49D2-9959-F14AE7580DBF}" srcOrd="5" destOrd="0" parTransId="{C8EFDC12-C25C-4210-8091-7A6177A05DE0}" sibTransId="{ED35E9C5-05F3-415E-B6FB-F832FBE45E1C}"/>
    <dgm:cxn modelId="{C19D0D22-1EA7-4689-B0B3-D164DA36997A}" type="presOf" srcId="{99B1A77D-A9C0-49C2-B27C-4D8241CDF6E9}" destId="{F58DEE71-7953-48A0-AD08-DB7F99048CB8}" srcOrd="0" destOrd="0" presId="urn:microsoft.com/office/officeart/2005/8/layout/default"/>
    <dgm:cxn modelId="{7FD55A30-7509-40F6-9C76-A0B9325F04C7}" srcId="{44BA8795-E354-4910-AA60-B9F6C03BB46F}" destId="{6F064093-8338-412E-8825-2A8EDBF600C9}" srcOrd="6" destOrd="0" parTransId="{8DBE833D-A178-4482-A147-8B99A074B69F}" sibTransId="{3E6405F2-D42C-4F89-BE14-52AA25C76CCD}"/>
    <dgm:cxn modelId="{E11C7332-316F-41B2-9FA2-F32576E17D4F}" srcId="{44BA8795-E354-4910-AA60-B9F6C03BB46F}" destId="{2648CB8F-9C4A-4A07-B3B9-88A9A76358A4}" srcOrd="0" destOrd="0" parTransId="{8C9503ED-A734-4417-83F2-215B4D7FC720}" sibTransId="{0A0C14CA-88C8-488D-AFFA-86A2C84098BD}"/>
    <dgm:cxn modelId="{5D9A143F-31EF-4881-B8ED-0E329A7293F0}" type="presOf" srcId="{44BA8795-E354-4910-AA60-B9F6C03BB46F}" destId="{74FEDFC2-C05C-4E8A-893C-EA32543ACB19}" srcOrd="0" destOrd="0" presId="urn:microsoft.com/office/officeart/2005/8/layout/default"/>
    <dgm:cxn modelId="{3D09376A-CEE0-4E15-9BDE-B221811D45F6}" type="presOf" srcId="{2ADD430F-D75B-49D2-9959-F14AE7580DBF}" destId="{454453C1-5E29-4A9D-B780-BE44D0FB45F9}" srcOrd="0" destOrd="0" presId="urn:microsoft.com/office/officeart/2005/8/layout/default"/>
    <dgm:cxn modelId="{93594D4C-743C-426F-BEC5-E1B2225712EB}" type="presOf" srcId="{B3656286-2E5F-472E-BD1E-5B87681316AC}" destId="{3156D2BF-788E-414C-89C4-773022D8171A}" srcOrd="0" destOrd="0" presId="urn:microsoft.com/office/officeart/2005/8/layout/default"/>
    <dgm:cxn modelId="{83D9516D-CF71-478A-8ABF-22B45C385D11}" srcId="{44BA8795-E354-4910-AA60-B9F6C03BB46F}" destId="{B3656286-2E5F-472E-BD1E-5B87681316AC}" srcOrd="4" destOrd="0" parTransId="{C0BB3D9E-DD5F-49AC-9A42-C2AE6FD34163}" sibTransId="{7B57DA8A-624E-4FCA-BD2C-8D18E175ABB1}"/>
    <dgm:cxn modelId="{B8BDB350-73A8-4EEF-936F-FBF38E437D9A}" type="presOf" srcId="{594A9602-E18B-4675-81E4-63F43211D9C6}" destId="{F956C1AC-9CE1-4099-A0F7-AB813A0D4F3A}" srcOrd="0" destOrd="0" presId="urn:microsoft.com/office/officeart/2005/8/layout/default"/>
    <dgm:cxn modelId="{D8FC9F52-5E1A-49B1-BEBA-A22AF49960BD}" srcId="{44BA8795-E354-4910-AA60-B9F6C03BB46F}" destId="{2DA78AF5-D434-43C3-93CF-8855DA19DAAE}" srcOrd="10" destOrd="0" parTransId="{10058244-008C-4C84-A913-ABFD6D4394D9}" sibTransId="{78FE2392-6081-45DE-93CF-60A41E689D89}"/>
    <dgm:cxn modelId="{B1F31274-CCB7-4F5F-B579-4BBED3419A3F}" srcId="{44BA8795-E354-4910-AA60-B9F6C03BB46F}" destId="{7D46A066-769E-4FCF-AE24-816BE83EF449}" srcOrd="12" destOrd="0" parTransId="{FF78B9FC-67C8-4D2A-8F50-7C969C6EAE92}" sibTransId="{3B2299BD-EA66-40DD-B187-8219C039CB94}"/>
    <dgm:cxn modelId="{08444656-2857-4E49-9E46-1FA8842140F1}" type="presOf" srcId="{6F064093-8338-412E-8825-2A8EDBF600C9}" destId="{65688BCA-C2CA-4935-9E4B-87C1153D4CF2}" srcOrd="0" destOrd="0" presId="urn:microsoft.com/office/officeart/2005/8/layout/default"/>
    <dgm:cxn modelId="{22E03A5A-305B-48AA-80EF-8E2B621F5674}" srcId="{44BA8795-E354-4910-AA60-B9F6C03BB46F}" destId="{B7133A7C-CD05-437F-9237-EF4A89F5309D}" srcOrd="7" destOrd="0" parTransId="{9902694C-E618-4BBC-A276-C420CE7EC0D7}" sibTransId="{B84D2D66-5629-4E17-9D22-E3023D66A1CA}"/>
    <dgm:cxn modelId="{6FFB4D7A-143A-4A48-A63F-9AFC376333B5}" srcId="{44BA8795-E354-4910-AA60-B9F6C03BB46F}" destId="{3C573751-5A0D-4627-A4A7-8C7493279E31}" srcOrd="8" destOrd="0" parTransId="{83B08BE4-0E86-4C2C-9AC6-0EB706835AEE}" sibTransId="{381C1987-1FC7-4A4F-920C-DAEE728FC799}"/>
    <dgm:cxn modelId="{C114289E-5DB3-4E23-B35B-1D5434EB4B20}" type="presOf" srcId="{2EA1D83B-24CC-45BD-91B4-41F79DACAA45}" destId="{BE11C96E-B50A-4251-9B25-EB58EC4BCD64}" srcOrd="0" destOrd="0" presId="urn:microsoft.com/office/officeart/2005/8/layout/default"/>
    <dgm:cxn modelId="{B936A4A2-5187-489E-8A16-AD6DA00F7F1B}" srcId="{44BA8795-E354-4910-AA60-B9F6C03BB46F}" destId="{6446ADBC-37CC-4408-A607-B092D027AD15}" srcOrd="9" destOrd="0" parTransId="{8620117C-82D5-445B-9BCD-DF891B946F8B}" sibTransId="{AD72A280-6E9D-44B0-97CD-040B64688354}"/>
    <dgm:cxn modelId="{7B7CCCBF-F7DF-43F3-818E-2DE5837E1B4D}" type="presOf" srcId="{6CE0B74F-39CC-4E2C-9D9C-488D60181090}" destId="{60C54D74-4F71-4937-8A7C-671452A90B40}" srcOrd="0" destOrd="0" presId="urn:microsoft.com/office/officeart/2005/8/layout/default"/>
    <dgm:cxn modelId="{B7F46FC3-0055-473D-8B89-492A05783C30}" type="presOf" srcId="{2648CB8F-9C4A-4A07-B3B9-88A9A76358A4}" destId="{3FC8C35B-6BB5-49CE-BCC2-5D78E190D785}" srcOrd="0" destOrd="0" presId="urn:microsoft.com/office/officeart/2005/8/layout/default"/>
    <dgm:cxn modelId="{FBEF8CC4-1ED8-43D7-9AEA-7B1BEC7BE653}" type="presOf" srcId="{6446ADBC-37CC-4408-A607-B092D027AD15}" destId="{D86D06AE-E579-4059-8413-965262497DBA}" srcOrd="0" destOrd="0" presId="urn:microsoft.com/office/officeart/2005/8/layout/default"/>
    <dgm:cxn modelId="{403E30D5-F179-48AE-96CC-EADF7123EB60}" type="presOf" srcId="{3C573751-5A0D-4627-A4A7-8C7493279E31}" destId="{770544A6-231B-41D5-9E58-6D14CC8B3CC0}" srcOrd="0" destOrd="0" presId="urn:microsoft.com/office/officeart/2005/8/layout/default"/>
    <dgm:cxn modelId="{079E99D7-6343-414D-A5F2-D80B1B56B5E0}" srcId="{44BA8795-E354-4910-AA60-B9F6C03BB46F}" destId="{6CE0B74F-39CC-4E2C-9D9C-488D60181090}" srcOrd="13" destOrd="0" parTransId="{742F4F2F-6131-423B-BEC7-2587401A795F}" sibTransId="{9D2B7F17-9E64-4A72-A3A0-9CDB1DFC459F}"/>
    <dgm:cxn modelId="{99FFF2E0-0869-4AC0-8585-1377902114BA}" type="presOf" srcId="{1EEF47FF-5FA0-4104-9C62-5A7BD529FB02}" destId="{E3298092-0D49-4410-AB6C-287E13BAB878}" srcOrd="0" destOrd="0" presId="urn:microsoft.com/office/officeart/2005/8/layout/default"/>
    <dgm:cxn modelId="{ED6C3CE3-D41D-42A8-9819-222F7C1061C1}" srcId="{44BA8795-E354-4910-AA60-B9F6C03BB46F}" destId="{2EA1D83B-24CC-45BD-91B4-41F79DACAA45}" srcOrd="3" destOrd="0" parTransId="{3205F2A4-C105-4DB0-B382-EE2D97D94FB8}" sibTransId="{41B92CF3-844D-43CC-8941-C42CC7306CA9}"/>
    <dgm:cxn modelId="{3B7417E8-B270-4B75-B926-5D143DA75C8B}" type="presOf" srcId="{7D46A066-769E-4FCF-AE24-816BE83EF449}" destId="{0975E7F2-5ACD-41A7-BC65-9861C8F6AC33}" srcOrd="0" destOrd="0" presId="urn:microsoft.com/office/officeart/2005/8/layout/default"/>
    <dgm:cxn modelId="{2078CCED-EC2B-4BE4-B7D8-7D25AD13FB40}" srcId="{44BA8795-E354-4910-AA60-B9F6C03BB46F}" destId="{1EEF47FF-5FA0-4104-9C62-5A7BD529FB02}" srcOrd="11" destOrd="0" parTransId="{BBA90C06-3552-4BBC-8F05-6EDD18411C50}" sibTransId="{CF6D8E91-A20C-4246-BA6D-3779FB071C28}"/>
    <dgm:cxn modelId="{D7F709F2-7FDC-4D7F-8B3C-48BECF226CA1}" srcId="{44BA8795-E354-4910-AA60-B9F6C03BB46F}" destId="{594A9602-E18B-4675-81E4-63F43211D9C6}" srcOrd="2" destOrd="0" parTransId="{CFC160B3-CD07-47E6-AB1B-44AB67199213}" sibTransId="{724ABE1D-F126-49BE-8098-7791BE64002F}"/>
    <dgm:cxn modelId="{1C3B80C1-7DA0-43EB-B81F-8F32F7CF4B20}" type="presParOf" srcId="{74FEDFC2-C05C-4E8A-893C-EA32543ACB19}" destId="{3FC8C35B-6BB5-49CE-BCC2-5D78E190D785}" srcOrd="0" destOrd="0" presId="urn:microsoft.com/office/officeart/2005/8/layout/default"/>
    <dgm:cxn modelId="{B603C3F6-519A-42E4-83E5-B716797EF6E5}" type="presParOf" srcId="{74FEDFC2-C05C-4E8A-893C-EA32543ACB19}" destId="{638C8EC2-11E3-47F1-9FB1-27FC44315B1D}" srcOrd="1" destOrd="0" presId="urn:microsoft.com/office/officeart/2005/8/layout/default"/>
    <dgm:cxn modelId="{E590F536-9764-470F-948D-0922A1DF887A}" type="presParOf" srcId="{74FEDFC2-C05C-4E8A-893C-EA32543ACB19}" destId="{F58DEE71-7953-48A0-AD08-DB7F99048CB8}" srcOrd="2" destOrd="0" presId="urn:microsoft.com/office/officeart/2005/8/layout/default"/>
    <dgm:cxn modelId="{537172EE-7ED9-43C3-BD6E-2B48D43D16ED}" type="presParOf" srcId="{74FEDFC2-C05C-4E8A-893C-EA32543ACB19}" destId="{0F1D58F4-F245-49D3-B0DA-D349A17D2446}" srcOrd="3" destOrd="0" presId="urn:microsoft.com/office/officeart/2005/8/layout/default"/>
    <dgm:cxn modelId="{C9E80B37-1F51-42EC-A65B-06215410F97A}" type="presParOf" srcId="{74FEDFC2-C05C-4E8A-893C-EA32543ACB19}" destId="{F956C1AC-9CE1-4099-A0F7-AB813A0D4F3A}" srcOrd="4" destOrd="0" presId="urn:microsoft.com/office/officeart/2005/8/layout/default"/>
    <dgm:cxn modelId="{E8E9EB31-2AAB-431B-9BE8-41BFBD76A4E3}" type="presParOf" srcId="{74FEDFC2-C05C-4E8A-893C-EA32543ACB19}" destId="{DB8C063F-7C8C-4488-86AB-84BD99CEA69C}" srcOrd="5" destOrd="0" presId="urn:microsoft.com/office/officeart/2005/8/layout/default"/>
    <dgm:cxn modelId="{A736277F-700C-4227-9AA9-951294C096DD}" type="presParOf" srcId="{74FEDFC2-C05C-4E8A-893C-EA32543ACB19}" destId="{BE11C96E-B50A-4251-9B25-EB58EC4BCD64}" srcOrd="6" destOrd="0" presId="urn:microsoft.com/office/officeart/2005/8/layout/default"/>
    <dgm:cxn modelId="{34BBAE73-F143-4518-AFA1-0B2DECEE8020}" type="presParOf" srcId="{74FEDFC2-C05C-4E8A-893C-EA32543ACB19}" destId="{8853DDB9-6D21-4653-9315-D31DCAEA01E5}" srcOrd="7" destOrd="0" presId="urn:microsoft.com/office/officeart/2005/8/layout/default"/>
    <dgm:cxn modelId="{7ABD5E18-2635-4DF1-9636-3692097D2475}" type="presParOf" srcId="{74FEDFC2-C05C-4E8A-893C-EA32543ACB19}" destId="{3156D2BF-788E-414C-89C4-773022D8171A}" srcOrd="8" destOrd="0" presId="urn:microsoft.com/office/officeart/2005/8/layout/default"/>
    <dgm:cxn modelId="{210B9742-6AF0-420E-B1C0-EF7552520CBD}" type="presParOf" srcId="{74FEDFC2-C05C-4E8A-893C-EA32543ACB19}" destId="{9B7B1262-561A-4532-9083-7827CF71C010}" srcOrd="9" destOrd="0" presId="urn:microsoft.com/office/officeart/2005/8/layout/default"/>
    <dgm:cxn modelId="{3653F11B-6277-495B-923B-6A50B6C87963}" type="presParOf" srcId="{74FEDFC2-C05C-4E8A-893C-EA32543ACB19}" destId="{454453C1-5E29-4A9D-B780-BE44D0FB45F9}" srcOrd="10" destOrd="0" presId="urn:microsoft.com/office/officeart/2005/8/layout/default"/>
    <dgm:cxn modelId="{E35F85CB-CD43-4E59-A51B-A51EAA3C8EF5}" type="presParOf" srcId="{74FEDFC2-C05C-4E8A-893C-EA32543ACB19}" destId="{9BA77CBF-9BE8-4C1E-8107-825D93DEC688}" srcOrd="11" destOrd="0" presId="urn:microsoft.com/office/officeart/2005/8/layout/default"/>
    <dgm:cxn modelId="{F3E7D3B3-6E22-4711-8C85-E4E713A439D6}" type="presParOf" srcId="{74FEDFC2-C05C-4E8A-893C-EA32543ACB19}" destId="{65688BCA-C2CA-4935-9E4B-87C1153D4CF2}" srcOrd="12" destOrd="0" presId="urn:microsoft.com/office/officeart/2005/8/layout/default"/>
    <dgm:cxn modelId="{0C1A8B1E-8646-4AD8-9190-D8BA06666470}" type="presParOf" srcId="{74FEDFC2-C05C-4E8A-893C-EA32543ACB19}" destId="{800270AD-E715-4953-9BBD-EEAB5BCBCA0B}" srcOrd="13" destOrd="0" presId="urn:microsoft.com/office/officeart/2005/8/layout/default"/>
    <dgm:cxn modelId="{FF40A3CB-5DE7-4C16-AF3B-7C437E955823}" type="presParOf" srcId="{74FEDFC2-C05C-4E8A-893C-EA32543ACB19}" destId="{7336FD90-775E-4C6D-A0A8-7B9A376DFA1F}" srcOrd="14" destOrd="0" presId="urn:microsoft.com/office/officeart/2005/8/layout/default"/>
    <dgm:cxn modelId="{8361ABB4-CFFA-4236-8012-B9621154AE70}" type="presParOf" srcId="{74FEDFC2-C05C-4E8A-893C-EA32543ACB19}" destId="{B43FCAD4-FE02-4B8E-A657-7820D584E3F9}" srcOrd="15" destOrd="0" presId="urn:microsoft.com/office/officeart/2005/8/layout/default"/>
    <dgm:cxn modelId="{99CE2457-7C18-4958-AF48-ACEDE644A483}" type="presParOf" srcId="{74FEDFC2-C05C-4E8A-893C-EA32543ACB19}" destId="{770544A6-231B-41D5-9E58-6D14CC8B3CC0}" srcOrd="16" destOrd="0" presId="urn:microsoft.com/office/officeart/2005/8/layout/default"/>
    <dgm:cxn modelId="{7F7B0C90-E68F-4135-BF43-EB6A35A3CFF0}" type="presParOf" srcId="{74FEDFC2-C05C-4E8A-893C-EA32543ACB19}" destId="{CA71030A-9EC0-4B3D-A4E2-F2353B905222}" srcOrd="17" destOrd="0" presId="urn:microsoft.com/office/officeart/2005/8/layout/default"/>
    <dgm:cxn modelId="{F46E0EEF-6C9B-4347-BD1C-A759CDC08D43}" type="presParOf" srcId="{74FEDFC2-C05C-4E8A-893C-EA32543ACB19}" destId="{D86D06AE-E579-4059-8413-965262497DBA}" srcOrd="18" destOrd="0" presId="urn:microsoft.com/office/officeart/2005/8/layout/default"/>
    <dgm:cxn modelId="{E508E5EA-40E8-44E9-922D-6144862A885F}" type="presParOf" srcId="{74FEDFC2-C05C-4E8A-893C-EA32543ACB19}" destId="{08CF6BA7-453B-4250-B63C-E1E6836759FC}" srcOrd="19" destOrd="0" presId="urn:microsoft.com/office/officeart/2005/8/layout/default"/>
    <dgm:cxn modelId="{061A083C-3D8B-41CD-864B-A1B89CC21EEB}" type="presParOf" srcId="{74FEDFC2-C05C-4E8A-893C-EA32543ACB19}" destId="{8A6A2F8C-704F-4CBF-9CAA-C53C1E0C8D58}" srcOrd="20" destOrd="0" presId="urn:microsoft.com/office/officeart/2005/8/layout/default"/>
    <dgm:cxn modelId="{74734D30-8A78-4EA0-AF2B-B8FC72679699}" type="presParOf" srcId="{74FEDFC2-C05C-4E8A-893C-EA32543ACB19}" destId="{7DF207A8-3350-4B23-8099-62340BED171E}" srcOrd="21" destOrd="0" presId="urn:microsoft.com/office/officeart/2005/8/layout/default"/>
    <dgm:cxn modelId="{B20EC5AA-040E-4081-BA3F-E1DD57F58C8D}" type="presParOf" srcId="{74FEDFC2-C05C-4E8A-893C-EA32543ACB19}" destId="{E3298092-0D49-4410-AB6C-287E13BAB878}" srcOrd="22" destOrd="0" presId="urn:microsoft.com/office/officeart/2005/8/layout/default"/>
    <dgm:cxn modelId="{149A6465-6E73-44E3-B644-C11E0DBA4812}" type="presParOf" srcId="{74FEDFC2-C05C-4E8A-893C-EA32543ACB19}" destId="{8DF5F0D7-608B-4568-AF28-C6C48120932A}" srcOrd="23" destOrd="0" presId="urn:microsoft.com/office/officeart/2005/8/layout/default"/>
    <dgm:cxn modelId="{E800809B-67F7-47F3-B1FB-B1076ABB3C20}" type="presParOf" srcId="{74FEDFC2-C05C-4E8A-893C-EA32543ACB19}" destId="{0975E7F2-5ACD-41A7-BC65-9861C8F6AC33}" srcOrd="24" destOrd="0" presId="urn:microsoft.com/office/officeart/2005/8/layout/default"/>
    <dgm:cxn modelId="{D8978BDD-6568-473B-B622-5CE3D2A13284}" type="presParOf" srcId="{74FEDFC2-C05C-4E8A-893C-EA32543ACB19}" destId="{216373FB-4159-4004-A0EC-A9C93BB44886}" srcOrd="25" destOrd="0" presId="urn:microsoft.com/office/officeart/2005/8/layout/default"/>
    <dgm:cxn modelId="{FC21657C-A886-42D0-BA90-5B6D7787BD24}" type="presParOf" srcId="{74FEDFC2-C05C-4E8A-893C-EA32543ACB19}" destId="{60C54D74-4F71-4937-8A7C-671452A90B40}" srcOrd="2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3BB6486-709F-4858-BF4F-6CA50744EFA9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331A0FE7-2872-4A53-89B2-5B84DA64A3DA}">
      <dgm:prSet/>
      <dgm:spPr/>
      <dgm:t>
        <a:bodyPr/>
        <a:lstStyle/>
        <a:p>
          <a:r>
            <a:rPr lang="en-US"/>
            <a:t>Người dùng</a:t>
          </a:r>
        </a:p>
      </dgm:t>
    </dgm:pt>
    <dgm:pt modelId="{2BA71D7F-4C6F-4E7E-BC93-5944C0E631B0}" type="parTrans" cxnId="{07E291ED-F1F1-4460-8789-C698ED193A34}">
      <dgm:prSet/>
      <dgm:spPr/>
      <dgm:t>
        <a:bodyPr/>
        <a:lstStyle/>
        <a:p>
          <a:endParaRPr lang="en-US"/>
        </a:p>
      </dgm:t>
    </dgm:pt>
    <dgm:pt modelId="{8AA28CD3-CD4E-4BB2-9C9A-A06FF9AE62D9}" type="sibTrans" cxnId="{07E291ED-F1F1-4460-8789-C698ED193A34}">
      <dgm:prSet/>
      <dgm:spPr/>
      <dgm:t>
        <a:bodyPr/>
        <a:lstStyle/>
        <a:p>
          <a:endParaRPr lang="en-US"/>
        </a:p>
      </dgm:t>
    </dgm:pt>
    <dgm:pt modelId="{826E4940-A80F-45B1-BE5C-001C00505D4B}">
      <dgm:prSet/>
      <dgm:spPr/>
      <dgm:t>
        <a:bodyPr/>
        <a:lstStyle/>
        <a:p>
          <a:r>
            <a:rPr lang="en-US"/>
            <a:t>Nhập từ khóa</a:t>
          </a:r>
        </a:p>
      </dgm:t>
    </dgm:pt>
    <dgm:pt modelId="{B6E008DC-B3EA-4534-89EF-529A62AD743F}" type="parTrans" cxnId="{6884A57C-2954-4974-8591-F791871AC752}">
      <dgm:prSet/>
      <dgm:spPr/>
      <dgm:t>
        <a:bodyPr/>
        <a:lstStyle/>
        <a:p>
          <a:endParaRPr lang="en-US"/>
        </a:p>
      </dgm:t>
    </dgm:pt>
    <dgm:pt modelId="{6B99F304-85B5-4D22-AE7C-F00F73D83386}" type="sibTrans" cxnId="{6884A57C-2954-4974-8591-F791871AC752}">
      <dgm:prSet/>
      <dgm:spPr/>
      <dgm:t>
        <a:bodyPr/>
        <a:lstStyle/>
        <a:p>
          <a:endParaRPr lang="en-US"/>
        </a:p>
      </dgm:t>
    </dgm:pt>
    <dgm:pt modelId="{E22855DE-0A3F-41AC-85BD-C7587C26DA6B}">
      <dgm:prSet/>
      <dgm:spPr/>
      <dgm:t>
        <a:bodyPr/>
        <a:lstStyle/>
        <a:p>
          <a:r>
            <a:rPr lang="en-US"/>
            <a:t>Backend</a:t>
          </a:r>
        </a:p>
      </dgm:t>
    </dgm:pt>
    <dgm:pt modelId="{478E8ECE-9842-4B17-9C02-0E5D769D6543}" type="parTrans" cxnId="{AAFDA543-2D7E-4C36-9D79-13934752E590}">
      <dgm:prSet/>
      <dgm:spPr/>
      <dgm:t>
        <a:bodyPr/>
        <a:lstStyle/>
        <a:p>
          <a:endParaRPr lang="en-US"/>
        </a:p>
      </dgm:t>
    </dgm:pt>
    <dgm:pt modelId="{A92985B8-9D17-4F13-84B1-1239B2983A59}" type="sibTrans" cxnId="{AAFDA543-2D7E-4C36-9D79-13934752E590}">
      <dgm:prSet/>
      <dgm:spPr/>
      <dgm:t>
        <a:bodyPr/>
        <a:lstStyle/>
        <a:p>
          <a:endParaRPr lang="en-US"/>
        </a:p>
      </dgm:t>
    </dgm:pt>
    <dgm:pt modelId="{8ADE7C3C-E06A-4402-AC83-FAD978805F87}">
      <dgm:prSet/>
      <dgm:spPr/>
      <dgm:t>
        <a:bodyPr/>
        <a:lstStyle/>
        <a:p>
          <a:r>
            <a:rPr lang="en-US" dirty="0"/>
            <a:t>Hiển </a:t>
          </a:r>
          <a:r>
            <a:rPr lang="en-US" dirty="0" err="1"/>
            <a:t>thị</a:t>
          </a:r>
          <a:endParaRPr lang="en-US" dirty="0"/>
        </a:p>
      </dgm:t>
    </dgm:pt>
    <dgm:pt modelId="{C8C0D576-5E3E-45D7-9975-D5104E717AEF}" type="parTrans" cxnId="{5EC6BFDC-DD7D-46F0-BBF1-94DADF74213B}">
      <dgm:prSet/>
      <dgm:spPr/>
      <dgm:t>
        <a:bodyPr/>
        <a:lstStyle/>
        <a:p>
          <a:endParaRPr lang="en-US"/>
        </a:p>
      </dgm:t>
    </dgm:pt>
    <dgm:pt modelId="{C87E3608-3B5C-492D-B6A7-C0CA8431BC8D}" type="sibTrans" cxnId="{5EC6BFDC-DD7D-46F0-BBF1-94DADF74213B}">
      <dgm:prSet/>
      <dgm:spPr/>
      <dgm:t>
        <a:bodyPr/>
        <a:lstStyle/>
        <a:p>
          <a:endParaRPr lang="en-US"/>
        </a:p>
      </dgm:t>
    </dgm:pt>
    <dgm:pt modelId="{05E00A51-C1EB-4385-B2E9-991877D87A22}">
      <dgm:prSet/>
      <dgm:spPr/>
      <dgm:t>
        <a:bodyPr/>
        <a:lstStyle/>
        <a:p>
          <a:r>
            <a:rPr lang="en-US"/>
            <a:t>Danh sách khách sạn</a:t>
          </a:r>
        </a:p>
      </dgm:t>
    </dgm:pt>
    <dgm:pt modelId="{6198B4BD-3B04-4174-BE5F-3AE34B857315}" type="parTrans" cxnId="{77F77B2E-6EB7-4D87-A064-F7AB13FDAE9C}">
      <dgm:prSet/>
      <dgm:spPr/>
      <dgm:t>
        <a:bodyPr/>
        <a:lstStyle/>
        <a:p>
          <a:endParaRPr lang="en-US"/>
        </a:p>
      </dgm:t>
    </dgm:pt>
    <dgm:pt modelId="{01A6B5A3-E61A-4990-8B8B-D1A0FA3096CC}" type="sibTrans" cxnId="{77F77B2E-6EB7-4D87-A064-F7AB13FDAE9C}">
      <dgm:prSet/>
      <dgm:spPr/>
      <dgm:t>
        <a:bodyPr/>
        <a:lstStyle/>
        <a:p>
          <a:endParaRPr lang="en-US"/>
        </a:p>
      </dgm:t>
    </dgm:pt>
    <dgm:pt modelId="{900B4D5F-7D50-48E6-AB9A-9042ECD390F0}">
      <dgm:prSet/>
      <dgm:spPr/>
      <dgm:t>
        <a:bodyPr/>
        <a:lstStyle/>
        <a:p>
          <a:r>
            <a:rPr lang="en-US" dirty="0"/>
            <a:t>MySQL</a:t>
          </a:r>
        </a:p>
      </dgm:t>
    </dgm:pt>
    <dgm:pt modelId="{3628B6EB-5E57-4283-B613-686FE1482462}" type="parTrans" cxnId="{A14B190C-7B88-4499-94D1-90C037DB3D05}">
      <dgm:prSet/>
      <dgm:spPr/>
      <dgm:t>
        <a:bodyPr/>
        <a:lstStyle/>
        <a:p>
          <a:endParaRPr lang="en-US"/>
        </a:p>
      </dgm:t>
    </dgm:pt>
    <dgm:pt modelId="{B93E80D7-A8A3-44C7-B276-EAD9E2F4711D}" type="sibTrans" cxnId="{A14B190C-7B88-4499-94D1-90C037DB3D05}">
      <dgm:prSet/>
      <dgm:spPr/>
      <dgm:t>
        <a:bodyPr/>
        <a:lstStyle/>
        <a:p>
          <a:endParaRPr lang="en-US"/>
        </a:p>
      </dgm:t>
    </dgm:pt>
    <dgm:pt modelId="{FA966DD7-4E83-44CA-9725-494C9026D2BE}" type="pres">
      <dgm:prSet presAssocID="{73BB6486-709F-4858-BF4F-6CA50744EFA9}" presName="diagram" presStyleCnt="0">
        <dgm:presLayoutVars>
          <dgm:dir/>
          <dgm:resizeHandles val="exact"/>
        </dgm:presLayoutVars>
      </dgm:prSet>
      <dgm:spPr/>
    </dgm:pt>
    <dgm:pt modelId="{56ACF136-88E7-491A-9E72-C905F953C0FD}" type="pres">
      <dgm:prSet presAssocID="{331A0FE7-2872-4A53-89B2-5B84DA64A3DA}" presName="node" presStyleLbl="node1" presStyleIdx="0" presStyleCnt="6">
        <dgm:presLayoutVars>
          <dgm:bulletEnabled val="1"/>
        </dgm:presLayoutVars>
      </dgm:prSet>
      <dgm:spPr/>
    </dgm:pt>
    <dgm:pt modelId="{3F6EBB9E-A7B7-47FD-917C-B8E3E952D0BC}" type="pres">
      <dgm:prSet presAssocID="{8AA28CD3-CD4E-4BB2-9C9A-A06FF9AE62D9}" presName="sibTrans" presStyleCnt="0"/>
      <dgm:spPr/>
    </dgm:pt>
    <dgm:pt modelId="{392280EE-45E4-499A-BA06-C90CDFC665FD}" type="pres">
      <dgm:prSet presAssocID="{826E4940-A80F-45B1-BE5C-001C00505D4B}" presName="node" presStyleLbl="node1" presStyleIdx="1" presStyleCnt="6">
        <dgm:presLayoutVars>
          <dgm:bulletEnabled val="1"/>
        </dgm:presLayoutVars>
      </dgm:prSet>
      <dgm:spPr/>
    </dgm:pt>
    <dgm:pt modelId="{74B183D1-6AF2-4E71-B1FB-BAEE92E009F2}" type="pres">
      <dgm:prSet presAssocID="{6B99F304-85B5-4D22-AE7C-F00F73D83386}" presName="sibTrans" presStyleCnt="0"/>
      <dgm:spPr/>
    </dgm:pt>
    <dgm:pt modelId="{286F197F-239C-47CA-BDD4-6472664F7DE9}" type="pres">
      <dgm:prSet presAssocID="{E22855DE-0A3F-41AC-85BD-C7587C26DA6B}" presName="node" presStyleLbl="node1" presStyleIdx="2" presStyleCnt="6">
        <dgm:presLayoutVars>
          <dgm:bulletEnabled val="1"/>
        </dgm:presLayoutVars>
      </dgm:prSet>
      <dgm:spPr/>
    </dgm:pt>
    <dgm:pt modelId="{FAAA1FE5-7816-480A-B035-240C92EAD5DA}" type="pres">
      <dgm:prSet presAssocID="{A92985B8-9D17-4F13-84B1-1239B2983A59}" presName="sibTrans" presStyleCnt="0"/>
      <dgm:spPr/>
    </dgm:pt>
    <dgm:pt modelId="{B8FF051D-2820-42B2-99ED-2597E35C9E42}" type="pres">
      <dgm:prSet presAssocID="{8ADE7C3C-E06A-4402-AC83-FAD978805F87}" presName="node" presStyleLbl="node1" presStyleIdx="3" presStyleCnt="6">
        <dgm:presLayoutVars>
          <dgm:bulletEnabled val="1"/>
        </dgm:presLayoutVars>
      </dgm:prSet>
      <dgm:spPr/>
    </dgm:pt>
    <dgm:pt modelId="{7550313F-3B3B-4FAB-8A61-E76F4407A3F7}" type="pres">
      <dgm:prSet presAssocID="{C87E3608-3B5C-492D-B6A7-C0CA8431BC8D}" presName="sibTrans" presStyleCnt="0"/>
      <dgm:spPr/>
    </dgm:pt>
    <dgm:pt modelId="{1C333C66-8DBF-4056-BB41-C15C082FE2C6}" type="pres">
      <dgm:prSet presAssocID="{05E00A51-C1EB-4385-B2E9-991877D87A22}" presName="node" presStyleLbl="node1" presStyleIdx="4" presStyleCnt="6">
        <dgm:presLayoutVars>
          <dgm:bulletEnabled val="1"/>
        </dgm:presLayoutVars>
      </dgm:prSet>
      <dgm:spPr/>
    </dgm:pt>
    <dgm:pt modelId="{44ED66BB-85E9-4CCB-AA60-C6D2A7970FCF}" type="pres">
      <dgm:prSet presAssocID="{01A6B5A3-E61A-4990-8B8B-D1A0FA3096CC}" presName="sibTrans" presStyleCnt="0"/>
      <dgm:spPr/>
    </dgm:pt>
    <dgm:pt modelId="{6EC75ED4-5496-4C5F-8D48-0EC4C261731C}" type="pres">
      <dgm:prSet presAssocID="{900B4D5F-7D50-48E6-AB9A-9042ECD390F0}" presName="node" presStyleLbl="node1" presStyleIdx="5" presStyleCnt="6">
        <dgm:presLayoutVars>
          <dgm:bulletEnabled val="1"/>
        </dgm:presLayoutVars>
      </dgm:prSet>
      <dgm:spPr/>
    </dgm:pt>
  </dgm:ptLst>
  <dgm:cxnLst>
    <dgm:cxn modelId="{A14B190C-7B88-4499-94D1-90C037DB3D05}" srcId="{73BB6486-709F-4858-BF4F-6CA50744EFA9}" destId="{900B4D5F-7D50-48E6-AB9A-9042ECD390F0}" srcOrd="5" destOrd="0" parTransId="{3628B6EB-5E57-4283-B613-686FE1482462}" sibTransId="{B93E80D7-A8A3-44C7-B276-EAD9E2F4711D}"/>
    <dgm:cxn modelId="{79AD5118-F4E6-4E43-8249-F0F2B565ED53}" type="presOf" srcId="{331A0FE7-2872-4A53-89B2-5B84DA64A3DA}" destId="{56ACF136-88E7-491A-9E72-C905F953C0FD}" srcOrd="0" destOrd="0" presId="urn:microsoft.com/office/officeart/2005/8/layout/default"/>
    <dgm:cxn modelId="{0813122E-5DA3-4CB1-9148-CCE057FE0ABA}" type="presOf" srcId="{E22855DE-0A3F-41AC-85BD-C7587C26DA6B}" destId="{286F197F-239C-47CA-BDD4-6472664F7DE9}" srcOrd="0" destOrd="0" presId="urn:microsoft.com/office/officeart/2005/8/layout/default"/>
    <dgm:cxn modelId="{77F77B2E-6EB7-4D87-A064-F7AB13FDAE9C}" srcId="{73BB6486-709F-4858-BF4F-6CA50744EFA9}" destId="{05E00A51-C1EB-4385-B2E9-991877D87A22}" srcOrd="4" destOrd="0" parTransId="{6198B4BD-3B04-4174-BE5F-3AE34B857315}" sibTransId="{01A6B5A3-E61A-4990-8B8B-D1A0FA3096CC}"/>
    <dgm:cxn modelId="{7545B331-1FBF-422B-9D59-7A1EEA8344F0}" type="presOf" srcId="{73BB6486-709F-4858-BF4F-6CA50744EFA9}" destId="{FA966DD7-4E83-44CA-9725-494C9026D2BE}" srcOrd="0" destOrd="0" presId="urn:microsoft.com/office/officeart/2005/8/layout/default"/>
    <dgm:cxn modelId="{046FA543-C955-4F2F-A66D-BF784F1A63FD}" type="presOf" srcId="{826E4940-A80F-45B1-BE5C-001C00505D4B}" destId="{392280EE-45E4-499A-BA06-C90CDFC665FD}" srcOrd="0" destOrd="0" presId="urn:microsoft.com/office/officeart/2005/8/layout/default"/>
    <dgm:cxn modelId="{AAFDA543-2D7E-4C36-9D79-13934752E590}" srcId="{73BB6486-709F-4858-BF4F-6CA50744EFA9}" destId="{E22855DE-0A3F-41AC-85BD-C7587C26DA6B}" srcOrd="2" destOrd="0" parTransId="{478E8ECE-9842-4B17-9C02-0E5D769D6543}" sibTransId="{A92985B8-9D17-4F13-84B1-1239B2983A59}"/>
    <dgm:cxn modelId="{6884A57C-2954-4974-8591-F791871AC752}" srcId="{73BB6486-709F-4858-BF4F-6CA50744EFA9}" destId="{826E4940-A80F-45B1-BE5C-001C00505D4B}" srcOrd="1" destOrd="0" parTransId="{B6E008DC-B3EA-4534-89EF-529A62AD743F}" sibTransId="{6B99F304-85B5-4D22-AE7C-F00F73D83386}"/>
    <dgm:cxn modelId="{40BA76BA-C5D5-40CE-B075-EBFDE4A4C757}" type="presOf" srcId="{900B4D5F-7D50-48E6-AB9A-9042ECD390F0}" destId="{6EC75ED4-5496-4C5F-8D48-0EC4C261731C}" srcOrd="0" destOrd="0" presId="urn:microsoft.com/office/officeart/2005/8/layout/default"/>
    <dgm:cxn modelId="{D722C6BC-FD83-4E69-9384-E38E0714E1A0}" type="presOf" srcId="{05E00A51-C1EB-4385-B2E9-991877D87A22}" destId="{1C333C66-8DBF-4056-BB41-C15C082FE2C6}" srcOrd="0" destOrd="0" presId="urn:microsoft.com/office/officeart/2005/8/layout/default"/>
    <dgm:cxn modelId="{BC49D5CA-C99E-4C7B-9FE8-E31D9269B0AF}" type="presOf" srcId="{8ADE7C3C-E06A-4402-AC83-FAD978805F87}" destId="{B8FF051D-2820-42B2-99ED-2597E35C9E42}" srcOrd="0" destOrd="0" presId="urn:microsoft.com/office/officeart/2005/8/layout/default"/>
    <dgm:cxn modelId="{5EC6BFDC-DD7D-46F0-BBF1-94DADF74213B}" srcId="{73BB6486-709F-4858-BF4F-6CA50744EFA9}" destId="{8ADE7C3C-E06A-4402-AC83-FAD978805F87}" srcOrd="3" destOrd="0" parTransId="{C8C0D576-5E3E-45D7-9975-D5104E717AEF}" sibTransId="{C87E3608-3B5C-492D-B6A7-C0CA8431BC8D}"/>
    <dgm:cxn modelId="{07E291ED-F1F1-4460-8789-C698ED193A34}" srcId="{73BB6486-709F-4858-BF4F-6CA50744EFA9}" destId="{331A0FE7-2872-4A53-89B2-5B84DA64A3DA}" srcOrd="0" destOrd="0" parTransId="{2BA71D7F-4C6F-4E7E-BC93-5944C0E631B0}" sibTransId="{8AA28CD3-CD4E-4BB2-9C9A-A06FF9AE62D9}"/>
    <dgm:cxn modelId="{A779DBDC-3DA3-420E-8797-F93E758BEEA4}" type="presParOf" srcId="{FA966DD7-4E83-44CA-9725-494C9026D2BE}" destId="{56ACF136-88E7-491A-9E72-C905F953C0FD}" srcOrd="0" destOrd="0" presId="urn:microsoft.com/office/officeart/2005/8/layout/default"/>
    <dgm:cxn modelId="{DE7EEDE0-E497-4B04-B359-A8B68B001C7E}" type="presParOf" srcId="{FA966DD7-4E83-44CA-9725-494C9026D2BE}" destId="{3F6EBB9E-A7B7-47FD-917C-B8E3E952D0BC}" srcOrd="1" destOrd="0" presId="urn:microsoft.com/office/officeart/2005/8/layout/default"/>
    <dgm:cxn modelId="{54497D4A-6F86-4AA1-98B8-CE018BE837DC}" type="presParOf" srcId="{FA966DD7-4E83-44CA-9725-494C9026D2BE}" destId="{392280EE-45E4-499A-BA06-C90CDFC665FD}" srcOrd="2" destOrd="0" presId="urn:microsoft.com/office/officeart/2005/8/layout/default"/>
    <dgm:cxn modelId="{5C45BFC3-1E06-46A0-AEA8-26E3E2FA9621}" type="presParOf" srcId="{FA966DD7-4E83-44CA-9725-494C9026D2BE}" destId="{74B183D1-6AF2-4E71-B1FB-BAEE92E009F2}" srcOrd="3" destOrd="0" presId="urn:microsoft.com/office/officeart/2005/8/layout/default"/>
    <dgm:cxn modelId="{5BD0C65E-5A5A-4884-AC3E-E3F7ED862DEA}" type="presParOf" srcId="{FA966DD7-4E83-44CA-9725-494C9026D2BE}" destId="{286F197F-239C-47CA-BDD4-6472664F7DE9}" srcOrd="4" destOrd="0" presId="urn:microsoft.com/office/officeart/2005/8/layout/default"/>
    <dgm:cxn modelId="{AACA3222-A9D9-4BD3-8FC0-2DCB0F6D5064}" type="presParOf" srcId="{FA966DD7-4E83-44CA-9725-494C9026D2BE}" destId="{FAAA1FE5-7816-480A-B035-240C92EAD5DA}" srcOrd="5" destOrd="0" presId="urn:microsoft.com/office/officeart/2005/8/layout/default"/>
    <dgm:cxn modelId="{7731817A-B66D-43AA-BDFA-03F78B50C547}" type="presParOf" srcId="{FA966DD7-4E83-44CA-9725-494C9026D2BE}" destId="{B8FF051D-2820-42B2-99ED-2597E35C9E42}" srcOrd="6" destOrd="0" presId="urn:microsoft.com/office/officeart/2005/8/layout/default"/>
    <dgm:cxn modelId="{3FDC234A-E2C4-42F7-95E7-ACC75201DAE8}" type="presParOf" srcId="{FA966DD7-4E83-44CA-9725-494C9026D2BE}" destId="{7550313F-3B3B-4FAB-8A61-E76F4407A3F7}" srcOrd="7" destOrd="0" presId="urn:microsoft.com/office/officeart/2005/8/layout/default"/>
    <dgm:cxn modelId="{F55014D3-F17B-40AF-BB50-C1EBBEA3D135}" type="presParOf" srcId="{FA966DD7-4E83-44CA-9725-494C9026D2BE}" destId="{1C333C66-8DBF-4056-BB41-C15C082FE2C6}" srcOrd="8" destOrd="0" presId="urn:microsoft.com/office/officeart/2005/8/layout/default"/>
    <dgm:cxn modelId="{03371005-16CE-4116-86E1-C210C25962E1}" type="presParOf" srcId="{FA966DD7-4E83-44CA-9725-494C9026D2BE}" destId="{44ED66BB-85E9-4CCB-AA60-C6D2A7970FCF}" srcOrd="9" destOrd="0" presId="urn:microsoft.com/office/officeart/2005/8/layout/default"/>
    <dgm:cxn modelId="{CE9E1B22-2050-445A-B270-105F5144CCF7}" type="presParOf" srcId="{FA966DD7-4E83-44CA-9725-494C9026D2BE}" destId="{6EC75ED4-5496-4C5F-8D48-0EC4C261731C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7B67155-6002-46DB-B71F-ABF4AA9D1963}" type="doc">
      <dgm:prSet loTypeId="urn:microsoft.com/office/officeart/2005/8/layout/list1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B6EC8CE9-1989-4CE7-A3ED-1E77D8F18A8F}">
      <dgm:prSet/>
      <dgm:spPr/>
      <dgm:t>
        <a:bodyPr/>
        <a:lstStyle/>
        <a:p>
          <a:r>
            <a:rPr lang="en-US"/>
            <a:t>Nguồn dữ liệu</a:t>
          </a:r>
        </a:p>
      </dgm:t>
    </dgm:pt>
    <dgm:pt modelId="{42B5D570-EA2C-4AC8-95AA-B616F71D7F22}" type="parTrans" cxnId="{38A35D16-F540-4363-AD48-7ADE93E2CEE5}">
      <dgm:prSet/>
      <dgm:spPr/>
      <dgm:t>
        <a:bodyPr/>
        <a:lstStyle/>
        <a:p>
          <a:endParaRPr lang="en-US"/>
        </a:p>
      </dgm:t>
    </dgm:pt>
    <dgm:pt modelId="{F9456495-6ECD-40E0-8CB3-8BE077680A83}" type="sibTrans" cxnId="{38A35D16-F540-4363-AD48-7ADE93E2CEE5}">
      <dgm:prSet/>
      <dgm:spPr/>
      <dgm:t>
        <a:bodyPr/>
        <a:lstStyle/>
        <a:p>
          <a:endParaRPr lang="en-US"/>
        </a:p>
      </dgm:t>
    </dgm:pt>
    <dgm:pt modelId="{18C3B5DC-DDFF-4029-A124-D4563879E025}">
      <dgm:prSet/>
      <dgm:spPr/>
      <dgm:t>
        <a:bodyPr/>
        <a:lstStyle/>
        <a:p>
          <a:r>
            <a:rPr lang="en-US"/>
            <a:t>Search History </a:t>
          </a:r>
        </a:p>
      </dgm:t>
    </dgm:pt>
    <dgm:pt modelId="{536BA3B1-28C6-42AB-9DAE-62E554F9EFA8}" type="parTrans" cxnId="{9B1BE102-7C78-4795-A6E7-569CAC3F2A73}">
      <dgm:prSet/>
      <dgm:spPr/>
      <dgm:t>
        <a:bodyPr/>
        <a:lstStyle/>
        <a:p>
          <a:endParaRPr lang="en-US"/>
        </a:p>
      </dgm:t>
    </dgm:pt>
    <dgm:pt modelId="{DF53BAE4-DB2D-4176-870F-4AB73B5FB5CE}" type="sibTrans" cxnId="{9B1BE102-7C78-4795-A6E7-569CAC3F2A73}">
      <dgm:prSet/>
      <dgm:spPr/>
      <dgm:t>
        <a:bodyPr/>
        <a:lstStyle/>
        <a:p>
          <a:endParaRPr lang="en-US"/>
        </a:p>
      </dgm:t>
    </dgm:pt>
    <dgm:pt modelId="{B2052D4D-353F-4156-B25B-6DC483D12A69}">
      <dgm:prSet/>
      <dgm:spPr/>
      <dgm:t>
        <a:bodyPr/>
        <a:lstStyle/>
        <a:p>
          <a:r>
            <a:rPr lang="en-US"/>
            <a:t>Hotel Views </a:t>
          </a:r>
        </a:p>
      </dgm:t>
    </dgm:pt>
    <dgm:pt modelId="{BE4559DA-A273-443C-A74F-5AE65002581A}" type="parTrans" cxnId="{F5685A7C-2E82-453F-9FED-3F80734DCE23}">
      <dgm:prSet/>
      <dgm:spPr/>
      <dgm:t>
        <a:bodyPr/>
        <a:lstStyle/>
        <a:p>
          <a:endParaRPr lang="en-US"/>
        </a:p>
      </dgm:t>
    </dgm:pt>
    <dgm:pt modelId="{DF70A319-4482-4815-AB9E-237C5EC87B43}" type="sibTrans" cxnId="{F5685A7C-2E82-453F-9FED-3F80734DCE23}">
      <dgm:prSet/>
      <dgm:spPr/>
      <dgm:t>
        <a:bodyPr/>
        <a:lstStyle/>
        <a:p>
          <a:endParaRPr lang="en-US"/>
        </a:p>
      </dgm:t>
    </dgm:pt>
    <dgm:pt modelId="{AFB8F95E-CA6F-430E-BD5D-CD55DBFB6926}">
      <dgm:prSet/>
      <dgm:spPr/>
      <dgm:t>
        <a:bodyPr/>
        <a:lstStyle/>
        <a:p>
          <a:r>
            <a:rPr lang="en-US"/>
            <a:t>Favorites </a:t>
          </a:r>
        </a:p>
      </dgm:t>
    </dgm:pt>
    <dgm:pt modelId="{700DA2FB-16B8-4841-8C8C-732DE54AE09C}" type="parTrans" cxnId="{4D433B00-C85A-4155-BFE8-38FBD9E70255}">
      <dgm:prSet/>
      <dgm:spPr/>
      <dgm:t>
        <a:bodyPr/>
        <a:lstStyle/>
        <a:p>
          <a:endParaRPr lang="en-US"/>
        </a:p>
      </dgm:t>
    </dgm:pt>
    <dgm:pt modelId="{5B92FD47-7B5F-42BD-A3D7-256CD44C93F7}" type="sibTrans" cxnId="{4D433B00-C85A-4155-BFE8-38FBD9E70255}">
      <dgm:prSet/>
      <dgm:spPr/>
      <dgm:t>
        <a:bodyPr/>
        <a:lstStyle/>
        <a:p>
          <a:endParaRPr lang="en-US"/>
        </a:p>
      </dgm:t>
    </dgm:pt>
    <dgm:pt modelId="{D9F4ED3C-D8ED-4FB4-8C63-157F8C256399}">
      <dgm:prSet/>
      <dgm:spPr/>
      <dgm:t>
        <a:bodyPr/>
        <a:lstStyle/>
        <a:p>
          <a:r>
            <a:rPr lang="en-US"/>
            <a:t>Bookings </a:t>
          </a:r>
        </a:p>
      </dgm:t>
    </dgm:pt>
    <dgm:pt modelId="{89E45CAD-5D83-487D-84AB-2300E5938FD7}" type="parTrans" cxnId="{9E02D7A5-BE31-464F-8E6F-08B4605C53E7}">
      <dgm:prSet/>
      <dgm:spPr/>
      <dgm:t>
        <a:bodyPr/>
        <a:lstStyle/>
        <a:p>
          <a:endParaRPr lang="en-US"/>
        </a:p>
      </dgm:t>
    </dgm:pt>
    <dgm:pt modelId="{49B22A9B-138F-4DB7-9761-CFDD66EC9E97}" type="sibTrans" cxnId="{9E02D7A5-BE31-464F-8E6F-08B4605C53E7}">
      <dgm:prSet/>
      <dgm:spPr/>
      <dgm:t>
        <a:bodyPr/>
        <a:lstStyle/>
        <a:p>
          <a:endParaRPr lang="en-US"/>
        </a:p>
      </dgm:t>
    </dgm:pt>
    <dgm:pt modelId="{EE087A60-71D4-47E0-B9D1-39D63B501C88}">
      <dgm:prSet/>
      <dgm:spPr/>
      <dgm:t>
        <a:bodyPr/>
        <a:lstStyle/>
        <a:p>
          <a:r>
            <a:rPr lang="en-US"/>
            <a:t>Ratings </a:t>
          </a:r>
        </a:p>
      </dgm:t>
    </dgm:pt>
    <dgm:pt modelId="{FC33F6DC-3185-430B-85B7-02CE222B4AAF}" type="parTrans" cxnId="{3E98A798-E5EC-4B4E-90D5-7FCD4A5AEF04}">
      <dgm:prSet/>
      <dgm:spPr/>
      <dgm:t>
        <a:bodyPr/>
        <a:lstStyle/>
        <a:p>
          <a:endParaRPr lang="en-US"/>
        </a:p>
      </dgm:t>
    </dgm:pt>
    <dgm:pt modelId="{804F4520-0694-44FE-BC47-178ED1847BC8}" type="sibTrans" cxnId="{3E98A798-E5EC-4B4E-90D5-7FCD4A5AEF04}">
      <dgm:prSet/>
      <dgm:spPr/>
      <dgm:t>
        <a:bodyPr/>
        <a:lstStyle/>
        <a:p>
          <a:endParaRPr lang="en-US"/>
        </a:p>
      </dgm:t>
    </dgm:pt>
    <dgm:pt modelId="{A1930EFB-86A4-4E3D-B6AC-218711276629}">
      <dgm:prSet/>
      <dgm:spPr/>
      <dgm:t>
        <a:bodyPr/>
        <a:lstStyle/>
        <a:p>
          <a:r>
            <a:rPr lang="en-US"/>
            <a:t>Phân tích hành vi </a:t>
          </a:r>
          <a:r>
            <a:rPr lang="en-US">
              <a:sym typeface="Wingdings" panose="05000000000000000000" pitchFamily="2" charset="2"/>
            </a:rPr>
            <a:t></a:t>
          </a:r>
          <a:r>
            <a:rPr lang="en-US"/>
            <a:t>Tính điểm</a:t>
          </a:r>
          <a:r>
            <a:rPr lang="en-US">
              <a:sym typeface="Wingdings" panose="05000000000000000000" pitchFamily="2" charset="2"/>
            </a:rPr>
            <a:t></a:t>
          </a:r>
          <a:r>
            <a:rPr lang="en-US"/>
            <a:t>Top-N khách sạn</a:t>
          </a:r>
        </a:p>
      </dgm:t>
    </dgm:pt>
    <dgm:pt modelId="{AFC7721C-5086-4AC4-A53F-9F131ADA65C6}" type="parTrans" cxnId="{B84C9922-A1C3-47FD-92B5-1A74CA99D5CA}">
      <dgm:prSet/>
      <dgm:spPr/>
      <dgm:t>
        <a:bodyPr/>
        <a:lstStyle/>
        <a:p>
          <a:endParaRPr lang="en-US"/>
        </a:p>
      </dgm:t>
    </dgm:pt>
    <dgm:pt modelId="{FBC3AD67-7CD0-4C49-9E27-3F4915E19511}" type="sibTrans" cxnId="{B84C9922-A1C3-47FD-92B5-1A74CA99D5CA}">
      <dgm:prSet/>
      <dgm:spPr/>
      <dgm:t>
        <a:bodyPr/>
        <a:lstStyle/>
        <a:p>
          <a:endParaRPr lang="en-US"/>
        </a:p>
      </dgm:t>
    </dgm:pt>
    <dgm:pt modelId="{79789666-8A13-450D-BB4D-CA1B4794A348}" type="pres">
      <dgm:prSet presAssocID="{87B67155-6002-46DB-B71F-ABF4AA9D1963}" presName="linear" presStyleCnt="0">
        <dgm:presLayoutVars>
          <dgm:dir/>
          <dgm:animLvl val="lvl"/>
          <dgm:resizeHandles val="exact"/>
        </dgm:presLayoutVars>
      </dgm:prSet>
      <dgm:spPr/>
    </dgm:pt>
    <dgm:pt modelId="{9EBDEC2D-B487-4842-8B9C-A5130FDA9CAC}" type="pres">
      <dgm:prSet presAssocID="{B6EC8CE9-1989-4CE7-A3ED-1E77D8F18A8F}" presName="parentLin" presStyleCnt="0"/>
      <dgm:spPr/>
    </dgm:pt>
    <dgm:pt modelId="{F48F2983-1ACA-4286-ACE6-78DD7C78A752}" type="pres">
      <dgm:prSet presAssocID="{B6EC8CE9-1989-4CE7-A3ED-1E77D8F18A8F}" presName="parentLeftMargin" presStyleLbl="node1" presStyleIdx="0" presStyleCnt="7"/>
      <dgm:spPr/>
    </dgm:pt>
    <dgm:pt modelId="{6227981D-35D3-4DCD-A15E-61BCC5C5B7D5}" type="pres">
      <dgm:prSet presAssocID="{B6EC8CE9-1989-4CE7-A3ED-1E77D8F18A8F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118551E5-C891-4434-A60C-01C3F1E5077C}" type="pres">
      <dgm:prSet presAssocID="{B6EC8CE9-1989-4CE7-A3ED-1E77D8F18A8F}" presName="negativeSpace" presStyleCnt="0"/>
      <dgm:spPr/>
    </dgm:pt>
    <dgm:pt modelId="{4EADE0A2-C948-4723-950A-AD704734159B}" type="pres">
      <dgm:prSet presAssocID="{B6EC8CE9-1989-4CE7-A3ED-1E77D8F18A8F}" presName="childText" presStyleLbl="conFgAcc1" presStyleIdx="0" presStyleCnt="7">
        <dgm:presLayoutVars>
          <dgm:bulletEnabled val="1"/>
        </dgm:presLayoutVars>
      </dgm:prSet>
      <dgm:spPr/>
    </dgm:pt>
    <dgm:pt modelId="{F2C1FFD4-0E32-4102-A8F8-C1DED5C93F5A}" type="pres">
      <dgm:prSet presAssocID="{F9456495-6ECD-40E0-8CB3-8BE077680A83}" presName="spaceBetweenRectangles" presStyleCnt="0"/>
      <dgm:spPr/>
    </dgm:pt>
    <dgm:pt modelId="{E6D0D577-BD73-4EFB-9159-EC7812ED6090}" type="pres">
      <dgm:prSet presAssocID="{18C3B5DC-DDFF-4029-A124-D4563879E025}" presName="parentLin" presStyleCnt="0"/>
      <dgm:spPr/>
    </dgm:pt>
    <dgm:pt modelId="{963FF0EE-0805-4F85-896D-1146AF82B28C}" type="pres">
      <dgm:prSet presAssocID="{18C3B5DC-DDFF-4029-A124-D4563879E025}" presName="parentLeftMargin" presStyleLbl="node1" presStyleIdx="0" presStyleCnt="7"/>
      <dgm:spPr/>
    </dgm:pt>
    <dgm:pt modelId="{1BFCDEFF-2EEA-42F6-AE3C-484CC362D86D}" type="pres">
      <dgm:prSet presAssocID="{18C3B5DC-DDFF-4029-A124-D4563879E025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E47B247D-AEC0-4012-BB0D-88EA2AAAC13A}" type="pres">
      <dgm:prSet presAssocID="{18C3B5DC-DDFF-4029-A124-D4563879E025}" presName="negativeSpace" presStyleCnt="0"/>
      <dgm:spPr/>
    </dgm:pt>
    <dgm:pt modelId="{B4BF902F-8582-48C4-BCD9-686C728ABA41}" type="pres">
      <dgm:prSet presAssocID="{18C3B5DC-DDFF-4029-A124-D4563879E025}" presName="childText" presStyleLbl="conFgAcc1" presStyleIdx="1" presStyleCnt="7">
        <dgm:presLayoutVars>
          <dgm:bulletEnabled val="1"/>
        </dgm:presLayoutVars>
      </dgm:prSet>
      <dgm:spPr/>
    </dgm:pt>
    <dgm:pt modelId="{0CB900E5-EE72-4E76-A7E4-A0EC6CA35199}" type="pres">
      <dgm:prSet presAssocID="{DF53BAE4-DB2D-4176-870F-4AB73B5FB5CE}" presName="spaceBetweenRectangles" presStyleCnt="0"/>
      <dgm:spPr/>
    </dgm:pt>
    <dgm:pt modelId="{FD099384-F363-4E57-9C5D-9E7EA629C55C}" type="pres">
      <dgm:prSet presAssocID="{B2052D4D-353F-4156-B25B-6DC483D12A69}" presName="parentLin" presStyleCnt="0"/>
      <dgm:spPr/>
    </dgm:pt>
    <dgm:pt modelId="{145A8017-A3B3-4DAF-8F74-FBCCFEB2A7D8}" type="pres">
      <dgm:prSet presAssocID="{B2052D4D-353F-4156-B25B-6DC483D12A69}" presName="parentLeftMargin" presStyleLbl="node1" presStyleIdx="1" presStyleCnt="7"/>
      <dgm:spPr/>
    </dgm:pt>
    <dgm:pt modelId="{E6C6C95F-7CB5-4900-BC48-8FEA68A50908}" type="pres">
      <dgm:prSet presAssocID="{B2052D4D-353F-4156-B25B-6DC483D12A69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477DD673-3C97-469B-A3E2-852422DB6BC1}" type="pres">
      <dgm:prSet presAssocID="{B2052D4D-353F-4156-B25B-6DC483D12A69}" presName="negativeSpace" presStyleCnt="0"/>
      <dgm:spPr/>
    </dgm:pt>
    <dgm:pt modelId="{5C28F69E-966A-4F8D-B68C-498C777BB4AB}" type="pres">
      <dgm:prSet presAssocID="{B2052D4D-353F-4156-B25B-6DC483D12A69}" presName="childText" presStyleLbl="conFgAcc1" presStyleIdx="2" presStyleCnt="7">
        <dgm:presLayoutVars>
          <dgm:bulletEnabled val="1"/>
        </dgm:presLayoutVars>
      </dgm:prSet>
      <dgm:spPr/>
    </dgm:pt>
    <dgm:pt modelId="{F5F29D3B-05CF-4AF7-9C14-7286791893EC}" type="pres">
      <dgm:prSet presAssocID="{DF70A319-4482-4815-AB9E-237C5EC87B43}" presName="spaceBetweenRectangles" presStyleCnt="0"/>
      <dgm:spPr/>
    </dgm:pt>
    <dgm:pt modelId="{D9AAE72E-9672-42E4-A92E-98807A390FB8}" type="pres">
      <dgm:prSet presAssocID="{AFB8F95E-CA6F-430E-BD5D-CD55DBFB6926}" presName="parentLin" presStyleCnt="0"/>
      <dgm:spPr/>
    </dgm:pt>
    <dgm:pt modelId="{BF4C5F47-DE28-4575-AAC2-E110B2D614A2}" type="pres">
      <dgm:prSet presAssocID="{AFB8F95E-CA6F-430E-BD5D-CD55DBFB6926}" presName="parentLeftMargin" presStyleLbl="node1" presStyleIdx="2" presStyleCnt="7"/>
      <dgm:spPr/>
    </dgm:pt>
    <dgm:pt modelId="{5A803874-C39B-4032-89B9-BA6C52FEE0C8}" type="pres">
      <dgm:prSet presAssocID="{AFB8F95E-CA6F-430E-BD5D-CD55DBFB6926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3987AAD7-319D-4D85-A83F-661434D169DA}" type="pres">
      <dgm:prSet presAssocID="{AFB8F95E-CA6F-430E-BD5D-CD55DBFB6926}" presName="negativeSpace" presStyleCnt="0"/>
      <dgm:spPr/>
    </dgm:pt>
    <dgm:pt modelId="{A6BDDB1A-1967-48E0-B4FD-40BFEF168D3F}" type="pres">
      <dgm:prSet presAssocID="{AFB8F95E-CA6F-430E-BD5D-CD55DBFB6926}" presName="childText" presStyleLbl="conFgAcc1" presStyleIdx="3" presStyleCnt="7">
        <dgm:presLayoutVars>
          <dgm:bulletEnabled val="1"/>
        </dgm:presLayoutVars>
      </dgm:prSet>
      <dgm:spPr/>
    </dgm:pt>
    <dgm:pt modelId="{DD2D75BE-1839-4BB1-A328-7AAAFC025224}" type="pres">
      <dgm:prSet presAssocID="{5B92FD47-7B5F-42BD-A3D7-256CD44C93F7}" presName="spaceBetweenRectangles" presStyleCnt="0"/>
      <dgm:spPr/>
    </dgm:pt>
    <dgm:pt modelId="{AA87EE36-262F-44F3-9A9C-D239D4064557}" type="pres">
      <dgm:prSet presAssocID="{D9F4ED3C-D8ED-4FB4-8C63-157F8C256399}" presName="parentLin" presStyleCnt="0"/>
      <dgm:spPr/>
    </dgm:pt>
    <dgm:pt modelId="{439C9B79-F7B9-447A-BF1E-BBE29E5B1F8F}" type="pres">
      <dgm:prSet presAssocID="{D9F4ED3C-D8ED-4FB4-8C63-157F8C256399}" presName="parentLeftMargin" presStyleLbl="node1" presStyleIdx="3" presStyleCnt="7"/>
      <dgm:spPr/>
    </dgm:pt>
    <dgm:pt modelId="{96997060-E6DB-43B5-92FD-0D8651CED2F3}" type="pres">
      <dgm:prSet presAssocID="{D9F4ED3C-D8ED-4FB4-8C63-157F8C256399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4ED29741-9CD5-459E-B1BC-4102025E1B14}" type="pres">
      <dgm:prSet presAssocID="{D9F4ED3C-D8ED-4FB4-8C63-157F8C256399}" presName="negativeSpace" presStyleCnt="0"/>
      <dgm:spPr/>
    </dgm:pt>
    <dgm:pt modelId="{B0405F9F-7602-43EB-A2D7-37D2E1EE4BFA}" type="pres">
      <dgm:prSet presAssocID="{D9F4ED3C-D8ED-4FB4-8C63-157F8C256399}" presName="childText" presStyleLbl="conFgAcc1" presStyleIdx="4" presStyleCnt="7">
        <dgm:presLayoutVars>
          <dgm:bulletEnabled val="1"/>
        </dgm:presLayoutVars>
      </dgm:prSet>
      <dgm:spPr/>
    </dgm:pt>
    <dgm:pt modelId="{FF5E2A64-6867-4685-A8AA-64AAAE7C7735}" type="pres">
      <dgm:prSet presAssocID="{49B22A9B-138F-4DB7-9761-CFDD66EC9E97}" presName="spaceBetweenRectangles" presStyleCnt="0"/>
      <dgm:spPr/>
    </dgm:pt>
    <dgm:pt modelId="{B0D288BA-C467-4F81-B692-D5C629FC1706}" type="pres">
      <dgm:prSet presAssocID="{EE087A60-71D4-47E0-B9D1-39D63B501C88}" presName="parentLin" presStyleCnt="0"/>
      <dgm:spPr/>
    </dgm:pt>
    <dgm:pt modelId="{5E861E35-5637-4DCF-ADDD-A72E180DD801}" type="pres">
      <dgm:prSet presAssocID="{EE087A60-71D4-47E0-B9D1-39D63B501C88}" presName="parentLeftMargin" presStyleLbl="node1" presStyleIdx="4" presStyleCnt="7"/>
      <dgm:spPr/>
    </dgm:pt>
    <dgm:pt modelId="{A4BCFDFB-A188-45A4-A7D4-4ABE42D6E27D}" type="pres">
      <dgm:prSet presAssocID="{EE087A60-71D4-47E0-B9D1-39D63B501C88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A063377C-327C-4267-A027-3264ED62DC19}" type="pres">
      <dgm:prSet presAssocID="{EE087A60-71D4-47E0-B9D1-39D63B501C88}" presName="negativeSpace" presStyleCnt="0"/>
      <dgm:spPr/>
    </dgm:pt>
    <dgm:pt modelId="{9BFE27B3-EE32-42E7-AF38-58BFF06B540D}" type="pres">
      <dgm:prSet presAssocID="{EE087A60-71D4-47E0-B9D1-39D63B501C88}" presName="childText" presStyleLbl="conFgAcc1" presStyleIdx="5" presStyleCnt="7">
        <dgm:presLayoutVars>
          <dgm:bulletEnabled val="1"/>
        </dgm:presLayoutVars>
      </dgm:prSet>
      <dgm:spPr/>
    </dgm:pt>
    <dgm:pt modelId="{094337A7-4E1A-4D48-84C3-C4016F94BF8C}" type="pres">
      <dgm:prSet presAssocID="{804F4520-0694-44FE-BC47-178ED1847BC8}" presName="spaceBetweenRectangles" presStyleCnt="0"/>
      <dgm:spPr/>
    </dgm:pt>
    <dgm:pt modelId="{AFFA8A99-C5E0-4408-8558-8B472C8F8510}" type="pres">
      <dgm:prSet presAssocID="{A1930EFB-86A4-4E3D-B6AC-218711276629}" presName="parentLin" presStyleCnt="0"/>
      <dgm:spPr/>
    </dgm:pt>
    <dgm:pt modelId="{4C136BCB-5B55-4087-9C68-9767E85BB20A}" type="pres">
      <dgm:prSet presAssocID="{A1930EFB-86A4-4E3D-B6AC-218711276629}" presName="parentLeftMargin" presStyleLbl="node1" presStyleIdx="5" presStyleCnt="7"/>
      <dgm:spPr/>
    </dgm:pt>
    <dgm:pt modelId="{A2E42D49-C40C-4031-BF42-0E760CE16EC0}" type="pres">
      <dgm:prSet presAssocID="{A1930EFB-86A4-4E3D-B6AC-218711276629}" presName="parentText" presStyleLbl="node1" presStyleIdx="6" presStyleCnt="7">
        <dgm:presLayoutVars>
          <dgm:chMax val="0"/>
          <dgm:bulletEnabled val="1"/>
        </dgm:presLayoutVars>
      </dgm:prSet>
      <dgm:spPr/>
    </dgm:pt>
    <dgm:pt modelId="{B31497C3-E267-4E7F-A8A1-9C9F0F3E7955}" type="pres">
      <dgm:prSet presAssocID="{A1930EFB-86A4-4E3D-B6AC-218711276629}" presName="negativeSpace" presStyleCnt="0"/>
      <dgm:spPr/>
    </dgm:pt>
    <dgm:pt modelId="{A98C3BBC-8FFE-4E95-A93B-6D8D550C996F}" type="pres">
      <dgm:prSet presAssocID="{A1930EFB-86A4-4E3D-B6AC-218711276629}" presName="childText" presStyleLbl="conFgAcc1" presStyleIdx="6" presStyleCnt="7">
        <dgm:presLayoutVars>
          <dgm:bulletEnabled val="1"/>
        </dgm:presLayoutVars>
      </dgm:prSet>
      <dgm:spPr/>
    </dgm:pt>
  </dgm:ptLst>
  <dgm:cxnLst>
    <dgm:cxn modelId="{4D433B00-C85A-4155-BFE8-38FBD9E70255}" srcId="{87B67155-6002-46DB-B71F-ABF4AA9D1963}" destId="{AFB8F95E-CA6F-430E-BD5D-CD55DBFB6926}" srcOrd="3" destOrd="0" parTransId="{700DA2FB-16B8-4841-8C8C-732DE54AE09C}" sibTransId="{5B92FD47-7B5F-42BD-A3D7-256CD44C93F7}"/>
    <dgm:cxn modelId="{9B1BE102-7C78-4795-A6E7-569CAC3F2A73}" srcId="{87B67155-6002-46DB-B71F-ABF4AA9D1963}" destId="{18C3B5DC-DDFF-4029-A124-D4563879E025}" srcOrd="1" destOrd="0" parTransId="{536BA3B1-28C6-42AB-9DAE-62E554F9EFA8}" sibTransId="{DF53BAE4-DB2D-4176-870F-4AB73B5FB5CE}"/>
    <dgm:cxn modelId="{38A35D16-F540-4363-AD48-7ADE93E2CEE5}" srcId="{87B67155-6002-46DB-B71F-ABF4AA9D1963}" destId="{B6EC8CE9-1989-4CE7-A3ED-1E77D8F18A8F}" srcOrd="0" destOrd="0" parTransId="{42B5D570-EA2C-4AC8-95AA-B616F71D7F22}" sibTransId="{F9456495-6ECD-40E0-8CB3-8BE077680A83}"/>
    <dgm:cxn modelId="{B84C9922-A1C3-47FD-92B5-1A74CA99D5CA}" srcId="{87B67155-6002-46DB-B71F-ABF4AA9D1963}" destId="{A1930EFB-86A4-4E3D-B6AC-218711276629}" srcOrd="6" destOrd="0" parTransId="{AFC7721C-5086-4AC4-A53F-9F131ADA65C6}" sibTransId="{FBC3AD67-7CD0-4C49-9E27-3F4915E19511}"/>
    <dgm:cxn modelId="{9379973D-32BE-4521-8D5B-5C6334ECA6FC}" type="presOf" srcId="{B6EC8CE9-1989-4CE7-A3ED-1E77D8F18A8F}" destId="{F48F2983-1ACA-4286-ACE6-78DD7C78A752}" srcOrd="0" destOrd="0" presId="urn:microsoft.com/office/officeart/2005/8/layout/list1"/>
    <dgm:cxn modelId="{A1C35A41-D451-4579-AF24-AED25B2192F5}" type="presOf" srcId="{A1930EFB-86A4-4E3D-B6AC-218711276629}" destId="{4C136BCB-5B55-4087-9C68-9767E85BB20A}" srcOrd="0" destOrd="0" presId="urn:microsoft.com/office/officeart/2005/8/layout/list1"/>
    <dgm:cxn modelId="{F14D3E6F-5842-4436-83DD-C7420137C060}" type="presOf" srcId="{D9F4ED3C-D8ED-4FB4-8C63-157F8C256399}" destId="{96997060-E6DB-43B5-92FD-0D8651CED2F3}" srcOrd="1" destOrd="0" presId="urn:microsoft.com/office/officeart/2005/8/layout/list1"/>
    <dgm:cxn modelId="{07257359-F3EF-4CE7-A390-1C8AD5B910D2}" type="presOf" srcId="{18C3B5DC-DDFF-4029-A124-D4563879E025}" destId="{1BFCDEFF-2EEA-42F6-AE3C-484CC362D86D}" srcOrd="1" destOrd="0" presId="urn:microsoft.com/office/officeart/2005/8/layout/list1"/>
    <dgm:cxn modelId="{F5685A7C-2E82-453F-9FED-3F80734DCE23}" srcId="{87B67155-6002-46DB-B71F-ABF4AA9D1963}" destId="{B2052D4D-353F-4156-B25B-6DC483D12A69}" srcOrd="2" destOrd="0" parTransId="{BE4559DA-A273-443C-A74F-5AE65002581A}" sibTransId="{DF70A319-4482-4815-AB9E-237C5EC87B43}"/>
    <dgm:cxn modelId="{6991667F-60E8-4D87-81BE-C519F84B3669}" type="presOf" srcId="{B2052D4D-353F-4156-B25B-6DC483D12A69}" destId="{E6C6C95F-7CB5-4900-BC48-8FEA68A50908}" srcOrd="1" destOrd="0" presId="urn:microsoft.com/office/officeart/2005/8/layout/list1"/>
    <dgm:cxn modelId="{60A43D87-1DFF-4625-8E54-0E7F486EF0FB}" type="presOf" srcId="{B6EC8CE9-1989-4CE7-A3ED-1E77D8F18A8F}" destId="{6227981D-35D3-4DCD-A15E-61BCC5C5B7D5}" srcOrd="1" destOrd="0" presId="urn:microsoft.com/office/officeart/2005/8/layout/list1"/>
    <dgm:cxn modelId="{C8CC878E-C5F9-4A89-8AC6-6B1B10E2D0D2}" type="presOf" srcId="{87B67155-6002-46DB-B71F-ABF4AA9D1963}" destId="{79789666-8A13-450D-BB4D-CA1B4794A348}" srcOrd="0" destOrd="0" presId="urn:microsoft.com/office/officeart/2005/8/layout/list1"/>
    <dgm:cxn modelId="{3E98A798-E5EC-4B4E-90D5-7FCD4A5AEF04}" srcId="{87B67155-6002-46DB-B71F-ABF4AA9D1963}" destId="{EE087A60-71D4-47E0-B9D1-39D63B501C88}" srcOrd="5" destOrd="0" parTransId="{FC33F6DC-3185-430B-85B7-02CE222B4AAF}" sibTransId="{804F4520-0694-44FE-BC47-178ED1847BC8}"/>
    <dgm:cxn modelId="{9E02D7A5-BE31-464F-8E6F-08B4605C53E7}" srcId="{87B67155-6002-46DB-B71F-ABF4AA9D1963}" destId="{D9F4ED3C-D8ED-4FB4-8C63-157F8C256399}" srcOrd="4" destOrd="0" parTransId="{89E45CAD-5D83-487D-84AB-2300E5938FD7}" sibTransId="{49B22A9B-138F-4DB7-9761-CFDD66EC9E97}"/>
    <dgm:cxn modelId="{528AC9A8-473D-47FD-928E-C5D6AD839408}" type="presOf" srcId="{EE087A60-71D4-47E0-B9D1-39D63B501C88}" destId="{5E861E35-5637-4DCF-ADDD-A72E180DD801}" srcOrd="0" destOrd="0" presId="urn:microsoft.com/office/officeart/2005/8/layout/list1"/>
    <dgm:cxn modelId="{E76122B2-286D-4861-8F5D-72F0EE2871FA}" type="presOf" srcId="{D9F4ED3C-D8ED-4FB4-8C63-157F8C256399}" destId="{439C9B79-F7B9-447A-BF1E-BBE29E5B1F8F}" srcOrd="0" destOrd="0" presId="urn:microsoft.com/office/officeart/2005/8/layout/list1"/>
    <dgm:cxn modelId="{5077D5C1-6D58-46D0-870F-CBF54BF86700}" type="presOf" srcId="{B2052D4D-353F-4156-B25B-6DC483D12A69}" destId="{145A8017-A3B3-4DAF-8F74-FBCCFEB2A7D8}" srcOrd="0" destOrd="0" presId="urn:microsoft.com/office/officeart/2005/8/layout/list1"/>
    <dgm:cxn modelId="{287F2ECB-724E-41CE-9B07-8E7590BB78D7}" type="presOf" srcId="{AFB8F95E-CA6F-430E-BD5D-CD55DBFB6926}" destId="{BF4C5F47-DE28-4575-AAC2-E110B2D614A2}" srcOrd="0" destOrd="0" presId="urn:microsoft.com/office/officeart/2005/8/layout/list1"/>
    <dgm:cxn modelId="{3AEC6CDA-28B2-467C-95D6-044884EEEA09}" type="presOf" srcId="{A1930EFB-86A4-4E3D-B6AC-218711276629}" destId="{A2E42D49-C40C-4031-BF42-0E760CE16EC0}" srcOrd="1" destOrd="0" presId="urn:microsoft.com/office/officeart/2005/8/layout/list1"/>
    <dgm:cxn modelId="{DF02A7F9-5EAF-49C2-A1F5-F994BE4507CB}" type="presOf" srcId="{18C3B5DC-DDFF-4029-A124-D4563879E025}" destId="{963FF0EE-0805-4F85-896D-1146AF82B28C}" srcOrd="0" destOrd="0" presId="urn:microsoft.com/office/officeart/2005/8/layout/list1"/>
    <dgm:cxn modelId="{5F035FFE-D887-4A42-9899-4B7AE60087A4}" type="presOf" srcId="{EE087A60-71D4-47E0-B9D1-39D63B501C88}" destId="{A4BCFDFB-A188-45A4-A7D4-4ABE42D6E27D}" srcOrd="1" destOrd="0" presId="urn:microsoft.com/office/officeart/2005/8/layout/list1"/>
    <dgm:cxn modelId="{B4C7EFFF-4740-4A07-84CE-6271BFEF93F3}" type="presOf" srcId="{AFB8F95E-CA6F-430E-BD5D-CD55DBFB6926}" destId="{5A803874-C39B-4032-89B9-BA6C52FEE0C8}" srcOrd="1" destOrd="0" presId="urn:microsoft.com/office/officeart/2005/8/layout/list1"/>
    <dgm:cxn modelId="{B6FEC57F-52A6-428F-81CC-DED7CAB43804}" type="presParOf" srcId="{79789666-8A13-450D-BB4D-CA1B4794A348}" destId="{9EBDEC2D-B487-4842-8B9C-A5130FDA9CAC}" srcOrd="0" destOrd="0" presId="urn:microsoft.com/office/officeart/2005/8/layout/list1"/>
    <dgm:cxn modelId="{D2374390-51A8-45D7-AECA-AF71A0FE47E3}" type="presParOf" srcId="{9EBDEC2D-B487-4842-8B9C-A5130FDA9CAC}" destId="{F48F2983-1ACA-4286-ACE6-78DD7C78A752}" srcOrd="0" destOrd="0" presId="urn:microsoft.com/office/officeart/2005/8/layout/list1"/>
    <dgm:cxn modelId="{E7230CD5-9561-47E6-889A-F97F1670E5EB}" type="presParOf" srcId="{9EBDEC2D-B487-4842-8B9C-A5130FDA9CAC}" destId="{6227981D-35D3-4DCD-A15E-61BCC5C5B7D5}" srcOrd="1" destOrd="0" presId="urn:microsoft.com/office/officeart/2005/8/layout/list1"/>
    <dgm:cxn modelId="{3D6C37B3-B536-4AA1-AB6C-06C48C2AD9EC}" type="presParOf" srcId="{79789666-8A13-450D-BB4D-CA1B4794A348}" destId="{118551E5-C891-4434-A60C-01C3F1E5077C}" srcOrd="1" destOrd="0" presId="urn:microsoft.com/office/officeart/2005/8/layout/list1"/>
    <dgm:cxn modelId="{6D7C2B92-9F62-4236-8799-2505607D9891}" type="presParOf" srcId="{79789666-8A13-450D-BB4D-CA1B4794A348}" destId="{4EADE0A2-C948-4723-950A-AD704734159B}" srcOrd="2" destOrd="0" presId="urn:microsoft.com/office/officeart/2005/8/layout/list1"/>
    <dgm:cxn modelId="{3A911033-4AA2-4F8F-8861-BCFEDB5716CA}" type="presParOf" srcId="{79789666-8A13-450D-BB4D-CA1B4794A348}" destId="{F2C1FFD4-0E32-4102-A8F8-C1DED5C93F5A}" srcOrd="3" destOrd="0" presId="urn:microsoft.com/office/officeart/2005/8/layout/list1"/>
    <dgm:cxn modelId="{2E0F25DB-7B30-475B-B16F-8826473C5FBC}" type="presParOf" srcId="{79789666-8A13-450D-BB4D-CA1B4794A348}" destId="{E6D0D577-BD73-4EFB-9159-EC7812ED6090}" srcOrd="4" destOrd="0" presId="urn:microsoft.com/office/officeart/2005/8/layout/list1"/>
    <dgm:cxn modelId="{C6E66D31-A159-4E68-9E60-7719D9044919}" type="presParOf" srcId="{E6D0D577-BD73-4EFB-9159-EC7812ED6090}" destId="{963FF0EE-0805-4F85-896D-1146AF82B28C}" srcOrd="0" destOrd="0" presId="urn:microsoft.com/office/officeart/2005/8/layout/list1"/>
    <dgm:cxn modelId="{3619F784-639C-40C1-AF1E-B8E26996DDA5}" type="presParOf" srcId="{E6D0D577-BD73-4EFB-9159-EC7812ED6090}" destId="{1BFCDEFF-2EEA-42F6-AE3C-484CC362D86D}" srcOrd="1" destOrd="0" presId="urn:microsoft.com/office/officeart/2005/8/layout/list1"/>
    <dgm:cxn modelId="{1A9880FA-247F-4A2F-9C35-0F2CD3BA1B47}" type="presParOf" srcId="{79789666-8A13-450D-BB4D-CA1B4794A348}" destId="{E47B247D-AEC0-4012-BB0D-88EA2AAAC13A}" srcOrd="5" destOrd="0" presId="urn:microsoft.com/office/officeart/2005/8/layout/list1"/>
    <dgm:cxn modelId="{EF9BB4B1-02B9-4031-8F3E-E32539E6F5BD}" type="presParOf" srcId="{79789666-8A13-450D-BB4D-CA1B4794A348}" destId="{B4BF902F-8582-48C4-BCD9-686C728ABA41}" srcOrd="6" destOrd="0" presId="urn:microsoft.com/office/officeart/2005/8/layout/list1"/>
    <dgm:cxn modelId="{BC7D9839-165E-4866-B512-B0ADEE81B64A}" type="presParOf" srcId="{79789666-8A13-450D-BB4D-CA1B4794A348}" destId="{0CB900E5-EE72-4E76-A7E4-A0EC6CA35199}" srcOrd="7" destOrd="0" presId="urn:microsoft.com/office/officeart/2005/8/layout/list1"/>
    <dgm:cxn modelId="{A0FC96F9-F67A-4954-9933-86017F844806}" type="presParOf" srcId="{79789666-8A13-450D-BB4D-CA1B4794A348}" destId="{FD099384-F363-4E57-9C5D-9E7EA629C55C}" srcOrd="8" destOrd="0" presId="urn:microsoft.com/office/officeart/2005/8/layout/list1"/>
    <dgm:cxn modelId="{2D77A978-B415-44DA-8739-9C228FCBB68D}" type="presParOf" srcId="{FD099384-F363-4E57-9C5D-9E7EA629C55C}" destId="{145A8017-A3B3-4DAF-8F74-FBCCFEB2A7D8}" srcOrd="0" destOrd="0" presId="urn:microsoft.com/office/officeart/2005/8/layout/list1"/>
    <dgm:cxn modelId="{89C1F770-E4A8-4186-B0E3-BC5298752DB2}" type="presParOf" srcId="{FD099384-F363-4E57-9C5D-9E7EA629C55C}" destId="{E6C6C95F-7CB5-4900-BC48-8FEA68A50908}" srcOrd="1" destOrd="0" presId="urn:microsoft.com/office/officeart/2005/8/layout/list1"/>
    <dgm:cxn modelId="{2AC8163C-1B3A-43E5-8B3A-7ACF11A36025}" type="presParOf" srcId="{79789666-8A13-450D-BB4D-CA1B4794A348}" destId="{477DD673-3C97-469B-A3E2-852422DB6BC1}" srcOrd="9" destOrd="0" presId="urn:microsoft.com/office/officeart/2005/8/layout/list1"/>
    <dgm:cxn modelId="{66B4ACA7-E242-4BBA-A5B6-54B03BFCE959}" type="presParOf" srcId="{79789666-8A13-450D-BB4D-CA1B4794A348}" destId="{5C28F69E-966A-4F8D-B68C-498C777BB4AB}" srcOrd="10" destOrd="0" presId="urn:microsoft.com/office/officeart/2005/8/layout/list1"/>
    <dgm:cxn modelId="{A95498EB-A2A4-436D-A875-457F6C68B2C2}" type="presParOf" srcId="{79789666-8A13-450D-BB4D-CA1B4794A348}" destId="{F5F29D3B-05CF-4AF7-9C14-7286791893EC}" srcOrd="11" destOrd="0" presId="urn:microsoft.com/office/officeart/2005/8/layout/list1"/>
    <dgm:cxn modelId="{8961AC02-D275-42B2-B961-E577E87A0EB4}" type="presParOf" srcId="{79789666-8A13-450D-BB4D-CA1B4794A348}" destId="{D9AAE72E-9672-42E4-A92E-98807A390FB8}" srcOrd="12" destOrd="0" presId="urn:microsoft.com/office/officeart/2005/8/layout/list1"/>
    <dgm:cxn modelId="{2EBCF051-BCD6-4F90-BF42-674A8685E4AB}" type="presParOf" srcId="{D9AAE72E-9672-42E4-A92E-98807A390FB8}" destId="{BF4C5F47-DE28-4575-AAC2-E110B2D614A2}" srcOrd="0" destOrd="0" presId="urn:microsoft.com/office/officeart/2005/8/layout/list1"/>
    <dgm:cxn modelId="{597849D1-85B6-48C7-B701-F62C7C1A5AF2}" type="presParOf" srcId="{D9AAE72E-9672-42E4-A92E-98807A390FB8}" destId="{5A803874-C39B-4032-89B9-BA6C52FEE0C8}" srcOrd="1" destOrd="0" presId="urn:microsoft.com/office/officeart/2005/8/layout/list1"/>
    <dgm:cxn modelId="{66BD40C1-4DA7-4277-AD6D-1BA746C01C2A}" type="presParOf" srcId="{79789666-8A13-450D-BB4D-CA1B4794A348}" destId="{3987AAD7-319D-4D85-A83F-661434D169DA}" srcOrd="13" destOrd="0" presId="urn:microsoft.com/office/officeart/2005/8/layout/list1"/>
    <dgm:cxn modelId="{43C59D46-29F0-44C8-B4D2-719E07AAF05A}" type="presParOf" srcId="{79789666-8A13-450D-BB4D-CA1B4794A348}" destId="{A6BDDB1A-1967-48E0-B4FD-40BFEF168D3F}" srcOrd="14" destOrd="0" presId="urn:microsoft.com/office/officeart/2005/8/layout/list1"/>
    <dgm:cxn modelId="{DAEE4C7E-C17E-4B26-8A96-844D83EDBB47}" type="presParOf" srcId="{79789666-8A13-450D-BB4D-CA1B4794A348}" destId="{DD2D75BE-1839-4BB1-A328-7AAAFC025224}" srcOrd="15" destOrd="0" presId="urn:microsoft.com/office/officeart/2005/8/layout/list1"/>
    <dgm:cxn modelId="{AC72175E-1A03-493F-B8D4-3E5ED5520412}" type="presParOf" srcId="{79789666-8A13-450D-BB4D-CA1B4794A348}" destId="{AA87EE36-262F-44F3-9A9C-D239D4064557}" srcOrd="16" destOrd="0" presId="urn:microsoft.com/office/officeart/2005/8/layout/list1"/>
    <dgm:cxn modelId="{5E1100B2-8C9E-490B-A1CD-8305CA794425}" type="presParOf" srcId="{AA87EE36-262F-44F3-9A9C-D239D4064557}" destId="{439C9B79-F7B9-447A-BF1E-BBE29E5B1F8F}" srcOrd="0" destOrd="0" presId="urn:microsoft.com/office/officeart/2005/8/layout/list1"/>
    <dgm:cxn modelId="{EE96E446-59B8-49A2-B7FF-EBC91E399A9A}" type="presParOf" srcId="{AA87EE36-262F-44F3-9A9C-D239D4064557}" destId="{96997060-E6DB-43B5-92FD-0D8651CED2F3}" srcOrd="1" destOrd="0" presId="urn:microsoft.com/office/officeart/2005/8/layout/list1"/>
    <dgm:cxn modelId="{D67F0DB3-A63B-440C-AD5C-C93DCD17A3F5}" type="presParOf" srcId="{79789666-8A13-450D-BB4D-CA1B4794A348}" destId="{4ED29741-9CD5-459E-B1BC-4102025E1B14}" srcOrd="17" destOrd="0" presId="urn:microsoft.com/office/officeart/2005/8/layout/list1"/>
    <dgm:cxn modelId="{932C81F7-D5F6-41A5-87B8-2E7E8B9D2367}" type="presParOf" srcId="{79789666-8A13-450D-BB4D-CA1B4794A348}" destId="{B0405F9F-7602-43EB-A2D7-37D2E1EE4BFA}" srcOrd="18" destOrd="0" presId="urn:microsoft.com/office/officeart/2005/8/layout/list1"/>
    <dgm:cxn modelId="{B1AD246D-3B7F-48F9-B8D6-475E90D74921}" type="presParOf" srcId="{79789666-8A13-450D-BB4D-CA1B4794A348}" destId="{FF5E2A64-6867-4685-A8AA-64AAAE7C7735}" srcOrd="19" destOrd="0" presId="urn:microsoft.com/office/officeart/2005/8/layout/list1"/>
    <dgm:cxn modelId="{4BFB96F3-F0AD-4AD6-8212-D0CBCD9799C5}" type="presParOf" srcId="{79789666-8A13-450D-BB4D-CA1B4794A348}" destId="{B0D288BA-C467-4F81-B692-D5C629FC1706}" srcOrd="20" destOrd="0" presId="urn:microsoft.com/office/officeart/2005/8/layout/list1"/>
    <dgm:cxn modelId="{7309DC5C-4F2A-4576-A071-14D6D9267C39}" type="presParOf" srcId="{B0D288BA-C467-4F81-B692-D5C629FC1706}" destId="{5E861E35-5637-4DCF-ADDD-A72E180DD801}" srcOrd="0" destOrd="0" presId="urn:microsoft.com/office/officeart/2005/8/layout/list1"/>
    <dgm:cxn modelId="{F4033DAA-F8A4-46FB-B024-A25EC13D562E}" type="presParOf" srcId="{B0D288BA-C467-4F81-B692-D5C629FC1706}" destId="{A4BCFDFB-A188-45A4-A7D4-4ABE42D6E27D}" srcOrd="1" destOrd="0" presId="urn:microsoft.com/office/officeart/2005/8/layout/list1"/>
    <dgm:cxn modelId="{6EDA0BA8-ACE5-4909-8AED-52AC9426D350}" type="presParOf" srcId="{79789666-8A13-450D-BB4D-CA1B4794A348}" destId="{A063377C-327C-4267-A027-3264ED62DC19}" srcOrd="21" destOrd="0" presId="urn:microsoft.com/office/officeart/2005/8/layout/list1"/>
    <dgm:cxn modelId="{E0F4730D-4629-48A6-97E5-9F6C15AC9823}" type="presParOf" srcId="{79789666-8A13-450D-BB4D-CA1B4794A348}" destId="{9BFE27B3-EE32-42E7-AF38-58BFF06B540D}" srcOrd="22" destOrd="0" presId="urn:microsoft.com/office/officeart/2005/8/layout/list1"/>
    <dgm:cxn modelId="{360DD5B5-59E6-485D-84B1-2A56B808D54D}" type="presParOf" srcId="{79789666-8A13-450D-BB4D-CA1B4794A348}" destId="{094337A7-4E1A-4D48-84C3-C4016F94BF8C}" srcOrd="23" destOrd="0" presId="urn:microsoft.com/office/officeart/2005/8/layout/list1"/>
    <dgm:cxn modelId="{4FB6D8CB-D8A9-41AC-B1ED-E1AC3126B6AE}" type="presParOf" srcId="{79789666-8A13-450D-BB4D-CA1B4794A348}" destId="{AFFA8A99-C5E0-4408-8558-8B472C8F8510}" srcOrd="24" destOrd="0" presId="urn:microsoft.com/office/officeart/2005/8/layout/list1"/>
    <dgm:cxn modelId="{28295C25-C79C-4231-8315-ADF3E3008185}" type="presParOf" srcId="{AFFA8A99-C5E0-4408-8558-8B472C8F8510}" destId="{4C136BCB-5B55-4087-9C68-9767E85BB20A}" srcOrd="0" destOrd="0" presId="urn:microsoft.com/office/officeart/2005/8/layout/list1"/>
    <dgm:cxn modelId="{CAE9F999-AA0A-4006-8EEC-CE372A3077A2}" type="presParOf" srcId="{AFFA8A99-C5E0-4408-8558-8B472C8F8510}" destId="{A2E42D49-C40C-4031-BF42-0E760CE16EC0}" srcOrd="1" destOrd="0" presId="urn:microsoft.com/office/officeart/2005/8/layout/list1"/>
    <dgm:cxn modelId="{B4656A8F-3490-42E3-B6EB-296CCFDE94D3}" type="presParOf" srcId="{79789666-8A13-450D-BB4D-CA1B4794A348}" destId="{B31497C3-E267-4E7F-A8A1-9C9F0F3E7955}" srcOrd="25" destOrd="0" presId="urn:microsoft.com/office/officeart/2005/8/layout/list1"/>
    <dgm:cxn modelId="{EB558F4C-7622-4157-B340-4412A2287F5C}" type="presParOf" srcId="{79789666-8A13-450D-BB4D-CA1B4794A348}" destId="{A98C3BBC-8FFE-4E95-A93B-6D8D550C996F}" srcOrd="2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99F144C-2D78-4E35-BB9A-43F0D9072C02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6233A6B-28C1-4323-8391-AD8725EAD0C0}">
      <dgm:prSet/>
      <dgm:spPr/>
      <dgm:t>
        <a:bodyPr/>
        <a:lstStyle/>
        <a:p>
          <a:r>
            <a:rPr lang="en-US"/>
            <a:t>Hệ thống sử dụng</a:t>
          </a:r>
        </a:p>
      </dgm:t>
    </dgm:pt>
    <dgm:pt modelId="{E16E60C6-DA5D-4A7E-AF6C-BB04FD40CD2E}" type="parTrans" cxnId="{2A9D7CFC-1D29-4C70-84FC-4060C3A7B7D0}">
      <dgm:prSet/>
      <dgm:spPr/>
      <dgm:t>
        <a:bodyPr/>
        <a:lstStyle/>
        <a:p>
          <a:endParaRPr lang="en-US"/>
        </a:p>
      </dgm:t>
    </dgm:pt>
    <dgm:pt modelId="{6EE8C68C-BA4C-4097-AF76-8B60EEA582B9}" type="sibTrans" cxnId="{2A9D7CFC-1D29-4C70-84FC-4060C3A7B7D0}">
      <dgm:prSet/>
      <dgm:spPr/>
      <dgm:t>
        <a:bodyPr/>
        <a:lstStyle/>
        <a:p>
          <a:endParaRPr lang="en-US"/>
        </a:p>
      </dgm:t>
    </dgm:pt>
    <dgm:pt modelId="{59154755-E3A9-4EB5-8502-4FFDAA608630}">
      <dgm:prSet/>
      <dgm:spPr/>
      <dgm:t>
        <a:bodyPr/>
        <a:lstStyle/>
        <a:p>
          <a:r>
            <a:rPr lang="en-US" b="1"/>
            <a:t>Hybrid Recommendation</a:t>
          </a:r>
          <a:endParaRPr lang="en-US"/>
        </a:p>
      </dgm:t>
    </dgm:pt>
    <dgm:pt modelId="{504A586E-1B58-47BC-A3D2-2BE92401BC4F}" type="parTrans" cxnId="{AB8C08EB-E063-424F-BB51-9C1ED02767F7}">
      <dgm:prSet/>
      <dgm:spPr/>
      <dgm:t>
        <a:bodyPr/>
        <a:lstStyle/>
        <a:p>
          <a:endParaRPr lang="en-US"/>
        </a:p>
      </dgm:t>
    </dgm:pt>
    <dgm:pt modelId="{56FC1F76-A947-4568-941B-E912BC21FD8E}" type="sibTrans" cxnId="{AB8C08EB-E063-424F-BB51-9C1ED02767F7}">
      <dgm:prSet/>
      <dgm:spPr/>
      <dgm:t>
        <a:bodyPr/>
        <a:lstStyle/>
        <a:p>
          <a:endParaRPr lang="en-US"/>
        </a:p>
      </dgm:t>
    </dgm:pt>
    <dgm:pt modelId="{128AB734-3264-4848-B249-84E16EE12D1F}">
      <dgm:prSet/>
      <dgm:spPr/>
      <dgm:t>
        <a:bodyPr/>
        <a:lstStyle/>
        <a:p>
          <a:r>
            <a:rPr lang="en-US"/>
            <a:t>Nguồn dữ liệu</a:t>
          </a:r>
        </a:p>
      </dgm:t>
    </dgm:pt>
    <dgm:pt modelId="{104A0081-7076-41AB-B7D4-955871CF140A}" type="parTrans" cxnId="{252EA9CB-6C22-4637-B3DF-2513C578CF60}">
      <dgm:prSet/>
      <dgm:spPr/>
      <dgm:t>
        <a:bodyPr/>
        <a:lstStyle/>
        <a:p>
          <a:endParaRPr lang="en-US"/>
        </a:p>
      </dgm:t>
    </dgm:pt>
    <dgm:pt modelId="{A62B56D1-2A90-4A3D-81D5-46D56B6F0B4F}" type="sibTrans" cxnId="{252EA9CB-6C22-4637-B3DF-2513C578CF60}">
      <dgm:prSet/>
      <dgm:spPr/>
      <dgm:t>
        <a:bodyPr/>
        <a:lstStyle/>
        <a:p>
          <a:endParaRPr lang="en-US"/>
        </a:p>
      </dgm:t>
    </dgm:pt>
    <dgm:pt modelId="{9F18E4F4-6219-4223-8EF9-819BDD4848C1}">
      <dgm:prSet/>
      <dgm:spPr/>
      <dgm:t>
        <a:bodyPr/>
        <a:lstStyle/>
        <a:p>
          <a:r>
            <a:rPr lang="en-US"/>
            <a:t>Lịch sử tìm kiếm </a:t>
          </a:r>
        </a:p>
      </dgm:t>
    </dgm:pt>
    <dgm:pt modelId="{9C8FA5D5-59CA-418E-A55D-1CBB2965C3A7}" type="parTrans" cxnId="{01F37807-D825-43CF-96C1-F7FBCB084145}">
      <dgm:prSet/>
      <dgm:spPr/>
      <dgm:t>
        <a:bodyPr/>
        <a:lstStyle/>
        <a:p>
          <a:endParaRPr lang="en-US"/>
        </a:p>
      </dgm:t>
    </dgm:pt>
    <dgm:pt modelId="{2E40962B-7B98-4A4A-B04D-4D2F4B8EB723}" type="sibTrans" cxnId="{01F37807-D825-43CF-96C1-F7FBCB084145}">
      <dgm:prSet/>
      <dgm:spPr/>
      <dgm:t>
        <a:bodyPr/>
        <a:lstStyle/>
        <a:p>
          <a:endParaRPr lang="en-US"/>
        </a:p>
      </dgm:t>
    </dgm:pt>
    <dgm:pt modelId="{43A091FC-E71A-4505-8441-EB26D19BF1CA}">
      <dgm:prSet/>
      <dgm:spPr/>
      <dgm:t>
        <a:bodyPr/>
        <a:lstStyle/>
        <a:p>
          <a:r>
            <a:rPr lang="en-US"/>
            <a:t>Lịch sử xem </a:t>
          </a:r>
        </a:p>
      </dgm:t>
    </dgm:pt>
    <dgm:pt modelId="{1631205D-4875-48A5-8E33-3F445F0411F0}" type="parTrans" cxnId="{3ADF8ADA-3EB3-4AE2-B51A-AE7922B93055}">
      <dgm:prSet/>
      <dgm:spPr/>
      <dgm:t>
        <a:bodyPr/>
        <a:lstStyle/>
        <a:p>
          <a:endParaRPr lang="en-US"/>
        </a:p>
      </dgm:t>
    </dgm:pt>
    <dgm:pt modelId="{0030637F-8735-4690-96D8-5795E221E753}" type="sibTrans" cxnId="{3ADF8ADA-3EB3-4AE2-B51A-AE7922B93055}">
      <dgm:prSet/>
      <dgm:spPr/>
      <dgm:t>
        <a:bodyPr/>
        <a:lstStyle/>
        <a:p>
          <a:endParaRPr lang="en-US"/>
        </a:p>
      </dgm:t>
    </dgm:pt>
    <dgm:pt modelId="{4722FB25-9BC6-4FB0-A678-DC1BBBA95070}">
      <dgm:prSet/>
      <dgm:spPr/>
      <dgm:t>
        <a:bodyPr/>
        <a:lstStyle/>
        <a:p>
          <a:r>
            <a:rPr lang="en-US"/>
            <a:t>Danh sách yêu thích </a:t>
          </a:r>
        </a:p>
      </dgm:t>
    </dgm:pt>
    <dgm:pt modelId="{760E2573-4AF3-4F90-91A3-04C336BB3B2F}" type="parTrans" cxnId="{58EC4B18-43A2-4050-8465-CDD8F568728B}">
      <dgm:prSet/>
      <dgm:spPr/>
      <dgm:t>
        <a:bodyPr/>
        <a:lstStyle/>
        <a:p>
          <a:endParaRPr lang="en-US"/>
        </a:p>
      </dgm:t>
    </dgm:pt>
    <dgm:pt modelId="{6C5DDF68-3DE5-46BD-A547-25CD45F2D025}" type="sibTrans" cxnId="{58EC4B18-43A2-4050-8465-CDD8F568728B}">
      <dgm:prSet/>
      <dgm:spPr/>
      <dgm:t>
        <a:bodyPr/>
        <a:lstStyle/>
        <a:p>
          <a:endParaRPr lang="en-US"/>
        </a:p>
      </dgm:t>
    </dgm:pt>
    <dgm:pt modelId="{D6E37434-8FA3-43C7-AAEC-B67F1EE356F3}">
      <dgm:prSet/>
      <dgm:spPr/>
      <dgm:t>
        <a:bodyPr/>
        <a:lstStyle/>
        <a:p>
          <a:r>
            <a:rPr lang="en-US"/>
            <a:t>Lịch sử đặt phòng </a:t>
          </a:r>
        </a:p>
      </dgm:t>
    </dgm:pt>
    <dgm:pt modelId="{66B37D37-4367-4C65-AC8B-3E8A23151DC8}" type="parTrans" cxnId="{75790AE1-DBCC-417E-AC3C-D4C80D6FFFD7}">
      <dgm:prSet/>
      <dgm:spPr/>
      <dgm:t>
        <a:bodyPr/>
        <a:lstStyle/>
        <a:p>
          <a:endParaRPr lang="en-US"/>
        </a:p>
      </dgm:t>
    </dgm:pt>
    <dgm:pt modelId="{2463A28B-0239-4AC8-B2E2-BF61478409CD}" type="sibTrans" cxnId="{75790AE1-DBCC-417E-AC3C-D4C80D6FFFD7}">
      <dgm:prSet/>
      <dgm:spPr/>
      <dgm:t>
        <a:bodyPr/>
        <a:lstStyle/>
        <a:p>
          <a:endParaRPr lang="en-US"/>
        </a:p>
      </dgm:t>
    </dgm:pt>
    <dgm:pt modelId="{3132B288-1EFB-4458-B9C2-0B5975376B70}">
      <dgm:prSet/>
      <dgm:spPr/>
      <dgm:t>
        <a:bodyPr/>
        <a:lstStyle/>
        <a:p>
          <a:r>
            <a:rPr lang="en-US"/>
            <a:t>Đánh giá </a:t>
          </a:r>
          <a:r>
            <a:rPr lang="en-US">
              <a:sym typeface="Wingdings" panose="05000000000000000000" pitchFamily="2" charset="2"/>
            </a:rPr>
            <a:t></a:t>
          </a:r>
          <a:r>
            <a:rPr lang="en-US"/>
            <a:t>Sinh danh sách khách sạn phù hợp</a:t>
          </a:r>
        </a:p>
      </dgm:t>
    </dgm:pt>
    <dgm:pt modelId="{D3DA4232-8B02-4A24-BC83-BF19835E370B}" type="parTrans" cxnId="{AA71C64A-6E10-4A56-8356-51756AB93C75}">
      <dgm:prSet/>
      <dgm:spPr/>
      <dgm:t>
        <a:bodyPr/>
        <a:lstStyle/>
        <a:p>
          <a:endParaRPr lang="en-US"/>
        </a:p>
      </dgm:t>
    </dgm:pt>
    <dgm:pt modelId="{EEB28783-56BE-4E9F-8FC4-42AC865BBED8}" type="sibTrans" cxnId="{AA71C64A-6E10-4A56-8356-51756AB93C75}">
      <dgm:prSet/>
      <dgm:spPr/>
      <dgm:t>
        <a:bodyPr/>
        <a:lstStyle/>
        <a:p>
          <a:endParaRPr lang="en-US"/>
        </a:p>
      </dgm:t>
    </dgm:pt>
    <dgm:pt modelId="{8AAD4CF5-6B46-432E-8185-20B6FE763EB6}" type="pres">
      <dgm:prSet presAssocID="{399F144C-2D78-4E35-BB9A-43F0D9072C02}" presName="linear" presStyleCnt="0">
        <dgm:presLayoutVars>
          <dgm:animLvl val="lvl"/>
          <dgm:resizeHandles val="exact"/>
        </dgm:presLayoutVars>
      </dgm:prSet>
      <dgm:spPr/>
    </dgm:pt>
    <dgm:pt modelId="{6FDF5AAD-1E86-49FE-8D0B-6CD6AC4BAE8F}" type="pres">
      <dgm:prSet presAssocID="{56233A6B-28C1-4323-8391-AD8725EAD0C0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44C8048A-DAC6-4DCF-806F-B23445730C18}" type="pres">
      <dgm:prSet presAssocID="{6EE8C68C-BA4C-4097-AF76-8B60EEA582B9}" presName="spacer" presStyleCnt="0"/>
      <dgm:spPr/>
    </dgm:pt>
    <dgm:pt modelId="{208A8E37-B77A-464B-9B3B-270EC1E7833B}" type="pres">
      <dgm:prSet presAssocID="{59154755-E3A9-4EB5-8502-4FFDAA608630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D28D8135-CE13-4DC9-B8D8-0F1B6BF3D6CB}" type="pres">
      <dgm:prSet presAssocID="{56FC1F76-A947-4568-941B-E912BC21FD8E}" presName="spacer" presStyleCnt="0"/>
      <dgm:spPr/>
    </dgm:pt>
    <dgm:pt modelId="{ACDF617D-6800-4851-9B42-688ACD1A4B1B}" type="pres">
      <dgm:prSet presAssocID="{128AB734-3264-4848-B249-84E16EE12D1F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0D7446C8-171F-497F-9BEA-BF5D2751D955}" type="pres">
      <dgm:prSet presAssocID="{A62B56D1-2A90-4A3D-81D5-46D56B6F0B4F}" presName="spacer" presStyleCnt="0"/>
      <dgm:spPr/>
    </dgm:pt>
    <dgm:pt modelId="{F2AF7C6B-967D-494E-A1FC-A6111E41D27A}" type="pres">
      <dgm:prSet presAssocID="{9F18E4F4-6219-4223-8EF9-819BDD4848C1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EA1ED7E8-4E15-4DF8-A5DE-8F0996B9983A}" type="pres">
      <dgm:prSet presAssocID="{2E40962B-7B98-4A4A-B04D-4D2F4B8EB723}" presName="spacer" presStyleCnt="0"/>
      <dgm:spPr/>
    </dgm:pt>
    <dgm:pt modelId="{9DA23509-2D83-4237-BBDB-A45C4CF5DF37}" type="pres">
      <dgm:prSet presAssocID="{43A091FC-E71A-4505-8441-EB26D19BF1CA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111D3ED8-D74B-4F5E-A52E-86751A5F4E2B}" type="pres">
      <dgm:prSet presAssocID="{0030637F-8735-4690-96D8-5795E221E753}" presName="spacer" presStyleCnt="0"/>
      <dgm:spPr/>
    </dgm:pt>
    <dgm:pt modelId="{14886B42-6FD7-46A8-B721-408335851CDD}" type="pres">
      <dgm:prSet presAssocID="{4722FB25-9BC6-4FB0-A678-DC1BBBA95070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F4ADAF5A-6C3A-4EB9-AFDD-9BFD3B0DD628}" type="pres">
      <dgm:prSet presAssocID="{6C5DDF68-3DE5-46BD-A547-25CD45F2D025}" presName="spacer" presStyleCnt="0"/>
      <dgm:spPr/>
    </dgm:pt>
    <dgm:pt modelId="{CC51FA8D-9011-4EC6-B871-DD5A400B6D21}" type="pres">
      <dgm:prSet presAssocID="{D6E37434-8FA3-43C7-AAEC-B67F1EE356F3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8AE83B6F-F8E6-4450-81DD-3558A55FB1EF}" type="pres">
      <dgm:prSet presAssocID="{2463A28B-0239-4AC8-B2E2-BF61478409CD}" presName="spacer" presStyleCnt="0"/>
      <dgm:spPr/>
    </dgm:pt>
    <dgm:pt modelId="{1836C13D-35F3-490B-BFEF-82E513883A42}" type="pres">
      <dgm:prSet presAssocID="{3132B288-1EFB-4458-B9C2-0B5975376B70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01F37807-D825-43CF-96C1-F7FBCB084145}" srcId="{399F144C-2D78-4E35-BB9A-43F0D9072C02}" destId="{9F18E4F4-6219-4223-8EF9-819BDD4848C1}" srcOrd="3" destOrd="0" parTransId="{9C8FA5D5-59CA-418E-A55D-1CBB2965C3A7}" sibTransId="{2E40962B-7B98-4A4A-B04D-4D2F4B8EB723}"/>
    <dgm:cxn modelId="{4155720F-05DC-46FE-9B98-A9F38D07CC5D}" type="presOf" srcId="{59154755-E3A9-4EB5-8502-4FFDAA608630}" destId="{208A8E37-B77A-464B-9B3B-270EC1E7833B}" srcOrd="0" destOrd="0" presId="urn:microsoft.com/office/officeart/2005/8/layout/vList2"/>
    <dgm:cxn modelId="{58EC4B18-43A2-4050-8465-CDD8F568728B}" srcId="{399F144C-2D78-4E35-BB9A-43F0D9072C02}" destId="{4722FB25-9BC6-4FB0-A678-DC1BBBA95070}" srcOrd="5" destOrd="0" parTransId="{760E2573-4AF3-4F90-91A3-04C336BB3B2F}" sibTransId="{6C5DDF68-3DE5-46BD-A547-25CD45F2D025}"/>
    <dgm:cxn modelId="{EFABFC1A-8D96-4C82-8004-2A33EB6B2FEC}" type="presOf" srcId="{9F18E4F4-6219-4223-8EF9-819BDD4848C1}" destId="{F2AF7C6B-967D-494E-A1FC-A6111E41D27A}" srcOrd="0" destOrd="0" presId="urn:microsoft.com/office/officeart/2005/8/layout/vList2"/>
    <dgm:cxn modelId="{4B4B1D3B-AF1C-4212-9E84-2D25CD4543BB}" type="presOf" srcId="{D6E37434-8FA3-43C7-AAEC-B67F1EE356F3}" destId="{CC51FA8D-9011-4EC6-B871-DD5A400B6D21}" srcOrd="0" destOrd="0" presId="urn:microsoft.com/office/officeart/2005/8/layout/vList2"/>
    <dgm:cxn modelId="{DB525B5E-A7E0-4E52-97E2-0EC2579F0069}" type="presOf" srcId="{43A091FC-E71A-4505-8441-EB26D19BF1CA}" destId="{9DA23509-2D83-4237-BBDB-A45C4CF5DF37}" srcOrd="0" destOrd="0" presId="urn:microsoft.com/office/officeart/2005/8/layout/vList2"/>
    <dgm:cxn modelId="{4193B34A-D499-47F7-B761-1AA560D99809}" type="presOf" srcId="{56233A6B-28C1-4323-8391-AD8725EAD0C0}" destId="{6FDF5AAD-1E86-49FE-8D0B-6CD6AC4BAE8F}" srcOrd="0" destOrd="0" presId="urn:microsoft.com/office/officeart/2005/8/layout/vList2"/>
    <dgm:cxn modelId="{AA71C64A-6E10-4A56-8356-51756AB93C75}" srcId="{399F144C-2D78-4E35-BB9A-43F0D9072C02}" destId="{3132B288-1EFB-4458-B9C2-0B5975376B70}" srcOrd="7" destOrd="0" parTransId="{D3DA4232-8B02-4A24-BC83-BF19835E370B}" sibTransId="{EEB28783-56BE-4E9F-8FC4-42AC865BBED8}"/>
    <dgm:cxn modelId="{23BFE96B-FC13-43B0-818F-804A29E1160B}" type="presOf" srcId="{128AB734-3264-4848-B249-84E16EE12D1F}" destId="{ACDF617D-6800-4851-9B42-688ACD1A4B1B}" srcOrd="0" destOrd="0" presId="urn:microsoft.com/office/officeart/2005/8/layout/vList2"/>
    <dgm:cxn modelId="{8F6D5E7C-0210-4327-A933-76196B206136}" type="presOf" srcId="{399F144C-2D78-4E35-BB9A-43F0D9072C02}" destId="{8AAD4CF5-6B46-432E-8185-20B6FE763EB6}" srcOrd="0" destOrd="0" presId="urn:microsoft.com/office/officeart/2005/8/layout/vList2"/>
    <dgm:cxn modelId="{D041687F-4709-4D12-BF21-D1416CB982E0}" type="presOf" srcId="{4722FB25-9BC6-4FB0-A678-DC1BBBA95070}" destId="{14886B42-6FD7-46A8-B721-408335851CDD}" srcOrd="0" destOrd="0" presId="urn:microsoft.com/office/officeart/2005/8/layout/vList2"/>
    <dgm:cxn modelId="{E49FB5A0-9F88-4E58-8973-89FA52D55293}" type="presOf" srcId="{3132B288-1EFB-4458-B9C2-0B5975376B70}" destId="{1836C13D-35F3-490B-BFEF-82E513883A42}" srcOrd="0" destOrd="0" presId="urn:microsoft.com/office/officeart/2005/8/layout/vList2"/>
    <dgm:cxn modelId="{252EA9CB-6C22-4637-B3DF-2513C578CF60}" srcId="{399F144C-2D78-4E35-BB9A-43F0D9072C02}" destId="{128AB734-3264-4848-B249-84E16EE12D1F}" srcOrd="2" destOrd="0" parTransId="{104A0081-7076-41AB-B7D4-955871CF140A}" sibTransId="{A62B56D1-2A90-4A3D-81D5-46D56B6F0B4F}"/>
    <dgm:cxn modelId="{3ADF8ADA-3EB3-4AE2-B51A-AE7922B93055}" srcId="{399F144C-2D78-4E35-BB9A-43F0D9072C02}" destId="{43A091FC-E71A-4505-8441-EB26D19BF1CA}" srcOrd="4" destOrd="0" parTransId="{1631205D-4875-48A5-8E33-3F445F0411F0}" sibTransId="{0030637F-8735-4690-96D8-5795E221E753}"/>
    <dgm:cxn modelId="{75790AE1-DBCC-417E-AC3C-D4C80D6FFFD7}" srcId="{399F144C-2D78-4E35-BB9A-43F0D9072C02}" destId="{D6E37434-8FA3-43C7-AAEC-B67F1EE356F3}" srcOrd="6" destOrd="0" parTransId="{66B37D37-4367-4C65-AC8B-3E8A23151DC8}" sibTransId="{2463A28B-0239-4AC8-B2E2-BF61478409CD}"/>
    <dgm:cxn modelId="{AB8C08EB-E063-424F-BB51-9C1ED02767F7}" srcId="{399F144C-2D78-4E35-BB9A-43F0D9072C02}" destId="{59154755-E3A9-4EB5-8502-4FFDAA608630}" srcOrd="1" destOrd="0" parTransId="{504A586E-1B58-47BC-A3D2-2BE92401BC4F}" sibTransId="{56FC1F76-A947-4568-941B-E912BC21FD8E}"/>
    <dgm:cxn modelId="{2A9D7CFC-1D29-4C70-84FC-4060C3A7B7D0}" srcId="{399F144C-2D78-4E35-BB9A-43F0D9072C02}" destId="{56233A6B-28C1-4323-8391-AD8725EAD0C0}" srcOrd="0" destOrd="0" parTransId="{E16E60C6-DA5D-4A7E-AF6C-BB04FD40CD2E}" sibTransId="{6EE8C68C-BA4C-4097-AF76-8B60EEA582B9}"/>
    <dgm:cxn modelId="{3F09BDD3-33DE-44D9-9D34-4DA0369127EC}" type="presParOf" srcId="{8AAD4CF5-6B46-432E-8185-20B6FE763EB6}" destId="{6FDF5AAD-1E86-49FE-8D0B-6CD6AC4BAE8F}" srcOrd="0" destOrd="0" presId="urn:microsoft.com/office/officeart/2005/8/layout/vList2"/>
    <dgm:cxn modelId="{1B7E762A-E313-41BA-BDF0-2BFEC9CE5C33}" type="presParOf" srcId="{8AAD4CF5-6B46-432E-8185-20B6FE763EB6}" destId="{44C8048A-DAC6-4DCF-806F-B23445730C18}" srcOrd="1" destOrd="0" presId="urn:microsoft.com/office/officeart/2005/8/layout/vList2"/>
    <dgm:cxn modelId="{4247AD30-0F02-40E5-A9EB-3613997E53AF}" type="presParOf" srcId="{8AAD4CF5-6B46-432E-8185-20B6FE763EB6}" destId="{208A8E37-B77A-464B-9B3B-270EC1E7833B}" srcOrd="2" destOrd="0" presId="urn:microsoft.com/office/officeart/2005/8/layout/vList2"/>
    <dgm:cxn modelId="{F250BC88-B867-4858-B061-BBB46DA27F20}" type="presParOf" srcId="{8AAD4CF5-6B46-432E-8185-20B6FE763EB6}" destId="{D28D8135-CE13-4DC9-B8D8-0F1B6BF3D6CB}" srcOrd="3" destOrd="0" presId="urn:microsoft.com/office/officeart/2005/8/layout/vList2"/>
    <dgm:cxn modelId="{182339C6-8DB2-4BE4-BF54-36F214DA5459}" type="presParOf" srcId="{8AAD4CF5-6B46-432E-8185-20B6FE763EB6}" destId="{ACDF617D-6800-4851-9B42-688ACD1A4B1B}" srcOrd="4" destOrd="0" presId="urn:microsoft.com/office/officeart/2005/8/layout/vList2"/>
    <dgm:cxn modelId="{63A4F61B-793E-4089-8651-B1830FFC5657}" type="presParOf" srcId="{8AAD4CF5-6B46-432E-8185-20B6FE763EB6}" destId="{0D7446C8-171F-497F-9BEA-BF5D2751D955}" srcOrd="5" destOrd="0" presId="urn:microsoft.com/office/officeart/2005/8/layout/vList2"/>
    <dgm:cxn modelId="{35483F2F-5B3F-4F78-857F-6CB8D40B1789}" type="presParOf" srcId="{8AAD4CF5-6B46-432E-8185-20B6FE763EB6}" destId="{F2AF7C6B-967D-494E-A1FC-A6111E41D27A}" srcOrd="6" destOrd="0" presId="urn:microsoft.com/office/officeart/2005/8/layout/vList2"/>
    <dgm:cxn modelId="{0EE4D170-F661-4C25-84B1-115BFCC98EF3}" type="presParOf" srcId="{8AAD4CF5-6B46-432E-8185-20B6FE763EB6}" destId="{EA1ED7E8-4E15-4DF8-A5DE-8F0996B9983A}" srcOrd="7" destOrd="0" presId="urn:microsoft.com/office/officeart/2005/8/layout/vList2"/>
    <dgm:cxn modelId="{84933068-F520-4914-BD5C-267F9B5532D0}" type="presParOf" srcId="{8AAD4CF5-6B46-432E-8185-20B6FE763EB6}" destId="{9DA23509-2D83-4237-BBDB-A45C4CF5DF37}" srcOrd="8" destOrd="0" presId="urn:microsoft.com/office/officeart/2005/8/layout/vList2"/>
    <dgm:cxn modelId="{C227FC10-97AE-4214-BC6A-34281F80A175}" type="presParOf" srcId="{8AAD4CF5-6B46-432E-8185-20B6FE763EB6}" destId="{111D3ED8-D74B-4F5E-A52E-86751A5F4E2B}" srcOrd="9" destOrd="0" presId="urn:microsoft.com/office/officeart/2005/8/layout/vList2"/>
    <dgm:cxn modelId="{B0CBB319-8C6E-4AD8-8A38-70F38ECB7059}" type="presParOf" srcId="{8AAD4CF5-6B46-432E-8185-20B6FE763EB6}" destId="{14886B42-6FD7-46A8-B721-408335851CDD}" srcOrd="10" destOrd="0" presId="urn:microsoft.com/office/officeart/2005/8/layout/vList2"/>
    <dgm:cxn modelId="{9F52408D-A780-408D-801A-2F069EC1F37A}" type="presParOf" srcId="{8AAD4CF5-6B46-432E-8185-20B6FE763EB6}" destId="{F4ADAF5A-6C3A-4EB9-AFDD-9BFD3B0DD628}" srcOrd="11" destOrd="0" presId="urn:microsoft.com/office/officeart/2005/8/layout/vList2"/>
    <dgm:cxn modelId="{F289D1E7-A341-4DCB-9A41-307BF90794B1}" type="presParOf" srcId="{8AAD4CF5-6B46-432E-8185-20B6FE763EB6}" destId="{CC51FA8D-9011-4EC6-B871-DD5A400B6D21}" srcOrd="12" destOrd="0" presId="urn:microsoft.com/office/officeart/2005/8/layout/vList2"/>
    <dgm:cxn modelId="{06FEA20D-4B5B-4E2B-AD89-FC24825612BF}" type="presParOf" srcId="{8AAD4CF5-6B46-432E-8185-20B6FE763EB6}" destId="{8AE83B6F-F8E6-4450-81DD-3558A55FB1EF}" srcOrd="13" destOrd="0" presId="urn:microsoft.com/office/officeart/2005/8/layout/vList2"/>
    <dgm:cxn modelId="{A3D55EF3-68EC-4B49-BE8F-723F8A86D51E}" type="presParOf" srcId="{8AAD4CF5-6B46-432E-8185-20B6FE763EB6}" destId="{1836C13D-35F3-490B-BFEF-82E513883A42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9D10031-34EA-4252-AAF4-5F0104C5F3D1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BDE2CE2-AD5A-48FA-9DA7-8291B2CE5447}">
      <dgm:prSet/>
      <dgm:spPr/>
      <dgm:t>
        <a:bodyPr/>
        <a:lstStyle/>
        <a:p>
          <a:r>
            <a:rPr lang="en-US"/>
            <a:t>Hoàn thành website</a:t>
          </a:r>
        </a:p>
      </dgm:t>
    </dgm:pt>
    <dgm:pt modelId="{696A750E-0DDB-40F2-A8AA-54FC184EB00B}" type="parTrans" cxnId="{CF6BC0BC-4528-49DD-A140-B650B9BA4E8D}">
      <dgm:prSet/>
      <dgm:spPr/>
      <dgm:t>
        <a:bodyPr/>
        <a:lstStyle/>
        <a:p>
          <a:endParaRPr lang="en-US"/>
        </a:p>
      </dgm:t>
    </dgm:pt>
    <dgm:pt modelId="{897C3D3D-1322-4905-A58D-C677EF534161}" type="sibTrans" cxnId="{CF6BC0BC-4528-49DD-A140-B650B9BA4E8D}">
      <dgm:prSet/>
      <dgm:spPr/>
      <dgm:t>
        <a:bodyPr/>
        <a:lstStyle/>
        <a:p>
          <a:endParaRPr lang="en-US"/>
        </a:p>
      </dgm:t>
    </dgm:pt>
    <dgm:pt modelId="{560D50D0-2F33-46D6-93A6-AB94B17D9092}">
      <dgm:prSet/>
      <dgm:spPr/>
      <dgm:t>
        <a:bodyPr/>
        <a:lstStyle/>
        <a:p>
          <a:r>
            <a:rPr lang="en-US"/>
            <a:t>Tìm kiếm khách sạn</a:t>
          </a:r>
        </a:p>
      </dgm:t>
    </dgm:pt>
    <dgm:pt modelId="{3ABFA83A-2D63-414E-B51C-EB4B345FCB5C}" type="parTrans" cxnId="{202304AE-23D2-4AF5-97C9-2234DC396499}">
      <dgm:prSet/>
      <dgm:spPr/>
      <dgm:t>
        <a:bodyPr/>
        <a:lstStyle/>
        <a:p>
          <a:endParaRPr lang="en-US"/>
        </a:p>
      </dgm:t>
    </dgm:pt>
    <dgm:pt modelId="{6C6C6466-897C-4640-9554-90C41F532507}" type="sibTrans" cxnId="{202304AE-23D2-4AF5-97C9-2234DC396499}">
      <dgm:prSet/>
      <dgm:spPr/>
      <dgm:t>
        <a:bodyPr/>
        <a:lstStyle/>
        <a:p>
          <a:endParaRPr lang="en-US"/>
        </a:p>
      </dgm:t>
    </dgm:pt>
    <dgm:pt modelId="{BCBADAA7-71F9-4202-BF42-96CC8F839714}">
      <dgm:prSet/>
      <dgm:spPr/>
      <dgm:t>
        <a:bodyPr/>
        <a:lstStyle/>
        <a:p>
          <a:r>
            <a:rPr lang="en-US"/>
            <a:t>Đặt phòng</a:t>
          </a:r>
        </a:p>
      </dgm:t>
    </dgm:pt>
    <dgm:pt modelId="{9D05041E-92C1-432B-904E-068E6AF78E1D}" type="parTrans" cxnId="{E42D00AF-C5DA-4586-86D7-D8641FE33DAC}">
      <dgm:prSet/>
      <dgm:spPr/>
      <dgm:t>
        <a:bodyPr/>
        <a:lstStyle/>
        <a:p>
          <a:endParaRPr lang="en-US"/>
        </a:p>
      </dgm:t>
    </dgm:pt>
    <dgm:pt modelId="{589B2F8F-4FA8-49C1-878D-BF368787BE04}" type="sibTrans" cxnId="{E42D00AF-C5DA-4586-86D7-D8641FE33DAC}">
      <dgm:prSet/>
      <dgm:spPr/>
      <dgm:t>
        <a:bodyPr/>
        <a:lstStyle/>
        <a:p>
          <a:endParaRPr lang="en-US"/>
        </a:p>
      </dgm:t>
    </dgm:pt>
    <dgm:pt modelId="{3591D6A4-5CBA-489D-97CA-F18D68F9284A}">
      <dgm:prSet/>
      <dgm:spPr/>
      <dgm:t>
        <a:bodyPr/>
        <a:lstStyle/>
        <a:p>
          <a:r>
            <a:rPr lang="en-US"/>
            <a:t>Google Login</a:t>
          </a:r>
        </a:p>
      </dgm:t>
    </dgm:pt>
    <dgm:pt modelId="{D036D375-4E53-4DF5-AF5D-E8F48FF6DFC9}" type="parTrans" cxnId="{63C6A599-6629-4E10-AD76-7AC038770DA3}">
      <dgm:prSet/>
      <dgm:spPr/>
      <dgm:t>
        <a:bodyPr/>
        <a:lstStyle/>
        <a:p>
          <a:endParaRPr lang="en-US"/>
        </a:p>
      </dgm:t>
    </dgm:pt>
    <dgm:pt modelId="{8807A1CC-F7C3-4509-A258-D97890CF5C7E}" type="sibTrans" cxnId="{63C6A599-6629-4E10-AD76-7AC038770DA3}">
      <dgm:prSet/>
      <dgm:spPr/>
      <dgm:t>
        <a:bodyPr/>
        <a:lstStyle/>
        <a:p>
          <a:endParaRPr lang="en-US"/>
        </a:p>
      </dgm:t>
    </dgm:pt>
    <dgm:pt modelId="{0717EF75-DB9C-4340-9F60-D7C90F4A5E4B}">
      <dgm:prSet/>
      <dgm:spPr/>
      <dgm:t>
        <a:bodyPr/>
        <a:lstStyle/>
        <a:p>
          <a:r>
            <a:rPr lang="en-US"/>
            <a:t>Quản lý khách sạn</a:t>
          </a:r>
        </a:p>
      </dgm:t>
    </dgm:pt>
    <dgm:pt modelId="{303F15F6-B59D-490C-92E7-FDEDDE6930B1}" type="parTrans" cxnId="{6223B8CD-C3DC-4B7A-9C7D-E48E57A8E835}">
      <dgm:prSet/>
      <dgm:spPr/>
      <dgm:t>
        <a:bodyPr/>
        <a:lstStyle/>
        <a:p>
          <a:endParaRPr lang="en-US"/>
        </a:p>
      </dgm:t>
    </dgm:pt>
    <dgm:pt modelId="{69FF69C3-B7AC-4135-B490-E44324B22C74}" type="sibTrans" cxnId="{6223B8CD-C3DC-4B7A-9C7D-E48E57A8E835}">
      <dgm:prSet/>
      <dgm:spPr/>
      <dgm:t>
        <a:bodyPr/>
        <a:lstStyle/>
        <a:p>
          <a:endParaRPr lang="en-US"/>
        </a:p>
      </dgm:t>
    </dgm:pt>
    <dgm:pt modelId="{77B6CB34-AC03-46F8-BD83-947248B32BC8}">
      <dgm:prSet/>
      <dgm:spPr/>
      <dgm:t>
        <a:bodyPr/>
        <a:lstStyle/>
        <a:p>
          <a:r>
            <a:rPr lang="en-US"/>
            <a:t>Quản lý phòng</a:t>
          </a:r>
        </a:p>
      </dgm:t>
    </dgm:pt>
    <dgm:pt modelId="{C3E09AC0-0CD7-45DE-842E-0E422D8DEC32}" type="parTrans" cxnId="{F8571FD4-4434-4159-8EE6-F7FEC5C9AE41}">
      <dgm:prSet/>
      <dgm:spPr/>
      <dgm:t>
        <a:bodyPr/>
        <a:lstStyle/>
        <a:p>
          <a:endParaRPr lang="en-US"/>
        </a:p>
      </dgm:t>
    </dgm:pt>
    <dgm:pt modelId="{9C612070-F84C-43EF-A0D7-74A7424FAE02}" type="sibTrans" cxnId="{F8571FD4-4434-4159-8EE6-F7FEC5C9AE41}">
      <dgm:prSet/>
      <dgm:spPr/>
      <dgm:t>
        <a:bodyPr/>
        <a:lstStyle/>
        <a:p>
          <a:endParaRPr lang="en-US"/>
        </a:p>
      </dgm:t>
    </dgm:pt>
    <dgm:pt modelId="{2C916EDF-5871-465A-ADE5-1CB6E106E4D1}">
      <dgm:prSet/>
      <dgm:spPr/>
      <dgm:t>
        <a:bodyPr/>
        <a:lstStyle/>
        <a:p>
          <a:r>
            <a:rPr lang="en-US"/>
            <a:t>Gửi Email</a:t>
          </a:r>
        </a:p>
      </dgm:t>
    </dgm:pt>
    <dgm:pt modelId="{6490FDD4-1379-4778-A641-BC37B4441818}" type="parTrans" cxnId="{FC26548F-A3C7-4BA4-BBCF-A23DE0DC7C90}">
      <dgm:prSet/>
      <dgm:spPr/>
      <dgm:t>
        <a:bodyPr/>
        <a:lstStyle/>
        <a:p>
          <a:endParaRPr lang="en-US"/>
        </a:p>
      </dgm:t>
    </dgm:pt>
    <dgm:pt modelId="{1B7792EA-7903-4D10-9768-C1038A551BDC}" type="sibTrans" cxnId="{FC26548F-A3C7-4BA4-BBCF-A23DE0DC7C90}">
      <dgm:prSet/>
      <dgm:spPr/>
      <dgm:t>
        <a:bodyPr/>
        <a:lstStyle/>
        <a:p>
          <a:endParaRPr lang="en-US"/>
        </a:p>
      </dgm:t>
    </dgm:pt>
    <dgm:pt modelId="{350A1360-44F2-4A20-9700-6D2F3C0F81A3}">
      <dgm:prSet/>
      <dgm:spPr/>
      <dgm:t>
        <a:bodyPr/>
        <a:lstStyle/>
        <a:p>
          <a:r>
            <a:rPr lang="en-US"/>
            <a:t>Google Maps</a:t>
          </a:r>
        </a:p>
      </dgm:t>
    </dgm:pt>
    <dgm:pt modelId="{8D046053-CF97-4269-9727-FBC04A0509A7}" type="parTrans" cxnId="{E27C0EFF-A4C3-4059-AD8F-1E4B70E9D066}">
      <dgm:prSet/>
      <dgm:spPr/>
      <dgm:t>
        <a:bodyPr/>
        <a:lstStyle/>
        <a:p>
          <a:endParaRPr lang="en-US"/>
        </a:p>
      </dgm:t>
    </dgm:pt>
    <dgm:pt modelId="{4349242F-71E8-45C0-A489-D970BFD70AA0}" type="sibTrans" cxnId="{E27C0EFF-A4C3-4059-AD8F-1E4B70E9D066}">
      <dgm:prSet/>
      <dgm:spPr/>
      <dgm:t>
        <a:bodyPr/>
        <a:lstStyle/>
        <a:p>
          <a:endParaRPr lang="en-US"/>
        </a:p>
      </dgm:t>
    </dgm:pt>
    <dgm:pt modelId="{146D33FE-819D-49F5-AC72-8C1B103A919C}">
      <dgm:prSet/>
      <dgm:spPr/>
      <dgm:t>
        <a:bodyPr/>
        <a:lstStyle/>
        <a:p>
          <a:r>
            <a:rPr lang="en-US"/>
            <a:t>Gợi ý khách sạn</a:t>
          </a:r>
        </a:p>
      </dgm:t>
    </dgm:pt>
    <dgm:pt modelId="{450EC45C-3228-4FE5-B8FC-D03AD53D3892}" type="parTrans" cxnId="{F02E9B63-FED6-4B39-ACC3-86BA4583C135}">
      <dgm:prSet/>
      <dgm:spPr/>
      <dgm:t>
        <a:bodyPr/>
        <a:lstStyle/>
        <a:p>
          <a:endParaRPr lang="en-US"/>
        </a:p>
      </dgm:t>
    </dgm:pt>
    <dgm:pt modelId="{663093B3-A922-4A2B-9D41-ED659DFCDEBA}" type="sibTrans" cxnId="{F02E9B63-FED6-4B39-ACC3-86BA4583C135}">
      <dgm:prSet/>
      <dgm:spPr/>
      <dgm:t>
        <a:bodyPr/>
        <a:lstStyle/>
        <a:p>
          <a:endParaRPr lang="en-US"/>
        </a:p>
      </dgm:t>
    </dgm:pt>
    <dgm:pt modelId="{6C0EE485-26C0-40E7-B293-52E8BEB22048}">
      <dgm:prSet/>
      <dgm:spPr/>
      <dgm:t>
        <a:bodyPr/>
        <a:lstStyle/>
        <a:p>
          <a:r>
            <a:rPr lang="en-US"/>
            <a:t>Responsive</a:t>
          </a:r>
        </a:p>
      </dgm:t>
    </dgm:pt>
    <dgm:pt modelId="{40226354-782B-419F-A0CC-F76FB2ABD7E5}" type="parTrans" cxnId="{683253A7-EBEC-4130-9D7B-86A0A30C89CD}">
      <dgm:prSet/>
      <dgm:spPr/>
      <dgm:t>
        <a:bodyPr/>
        <a:lstStyle/>
        <a:p>
          <a:endParaRPr lang="en-US"/>
        </a:p>
      </dgm:t>
    </dgm:pt>
    <dgm:pt modelId="{905966B3-FD64-4F37-BF39-C4F2B47FA6B2}" type="sibTrans" cxnId="{683253A7-EBEC-4130-9D7B-86A0A30C89CD}">
      <dgm:prSet/>
      <dgm:spPr/>
      <dgm:t>
        <a:bodyPr/>
        <a:lstStyle/>
        <a:p>
          <a:endParaRPr lang="en-US"/>
        </a:p>
      </dgm:t>
    </dgm:pt>
    <dgm:pt modelId="{F76C27D2-6820-474E-B348-9BC5AF48D9B6}" type="pres">
      <dgm:prSet presAssocID="{79D10031-34EA-4252-AAF4-5F0104C5F3D1}" presName="linear" presStyleCnt="0">
        <dgm:presLayoutVars>
          <dgm:animLvl val="lvl"/>
          <dgm:resizeHandles val="exact"/>
        </dgm:presLayoutVars>
      </dgm:prSet>
      <dgm:spPr/>
    </dgm:pt>
    <dgm:pt modelId="{49FA67E6-3ADC-4251-B46F-FA90E5D8753E}" type="pres">
      <dgm:prSet presAssocID="{DBDE2CE2-AD5A-48FA-9DA7-8291B2CE5447}" presName="parentText" presStyleLbl="node1" presStyleIdx="0" presStyleCnt="10">
        <dgm:presLayoutVars>
          <dgm:chMax val="0"/>
          <dgm:bulletEnabled val="1"/>
        </dgm:presLayoutVars>
      </dgm:prSet>
      <dgm:spPr/>
    </dgm:pt>
    <dgm:pt modelId="{ACA16B8B-971C-46CA-8C4F-622BD00CE992}" type="pres">
      <dgm:prSet presAssocID="{897C3D3D-1322-4905-A58D-C677EF534161}" presName="spacer" presStyleCnt="0"/>
      <dgm:spPr/>
    </dgm:pt>
    <dgm:pt modelId="{B30F48F8-B4F0-4E6E-86E9-6B07AABE727A}" type="pres">
      <dgm:prSet presAssocID="{560D50D0-2F33-46D6-93A6-AB94B17D9092}" presName="parentText" presStyleLbl="node1" presStyleIdx="1" presStyleCnt="10">
        <dgm:presLayoutVars>
          <dgm:chMax val="0"/>
          <dgm:bulletEnabled val="1"/>
        </dgm:presLayoutVars>
      </dgm:prSet>
      <dgm:spPr/>
    </dgm:pt>
    <dgm:pt modelId="{6436868C-DD56-4505-A90B-CD95D3DBB8A2}" type="pres">
      <dgm:prSet presAssocID="{6C6C6466-897C-4640-9554-90C41F532507}" presName="spacer" presStyleCnt="0"/>
      <dgm:spPr/>
    </dgm:pt>
    <dgm:pt modelId="{8BE2515E-9944-4F68-B46F-09B131F1A9F6}" type="pres">
      <dgm:prSet presAssocID="{BCBADAA7-71F9-4202-BF42-96CC8F839714}" presName="parentText" presStyleLbl="node1" presStyleIdx="2" presStyleCnt="10">
        <dgm:presLayoutVars>
          <dgm:chMax val="0"/>
          <dgm:bulletEnabled val="1"/>
        </dgm:presLayoutVars>
      </dgm:prSet>
      <dgm:spPr/>
    </dgm:pt>
    <dgm:pt modelId="{C62CE6D6-87AE-4EF9-B377-715D54EBFBAF}" type="pres">
      <dgm:prSet presAssocID="{589B2F8F-4FA8-49C1-878D-BF368787BE04}" presName="spacer" presStyleCnt="0"/>
      <dgm:spPr/>
    </dgm:pt>
    <dgm:pt modelId="{D0672C49-02F9-4D99-A3DF-AB92235508F7}" type="pres">
      <dgm:prSet presAssocID="{3591D6A4-5CBA-489D-97CA-F18D68F9284A}" presName="parentText" presStyleLbl="node1" presStyleIdx="3" presStyleCnt="10">
        <dgm:presLayoutVars>
          <dgm:chMax val="0"/>
          <dgm:bulletEnabled val="1"/>
        </dgm:presLayoutVars>
      </dgm:prSet>
      <dgm:spPr/>
    </dgm:pt>
    <dgm:pt modelId="{F349D529-92DF-46AE-8924-EFD13AD6B45E}" type="pres">
      <dgm:prSet presAssocID="{8807A1CC-F7C3-4509-A258-D97890CF5C7E}" presName="spacer" presStyleCnt="0"/>
      <dgm:spPr/>
    </dgm:pt>
    <dgm:pt modelId="{64610DFD-E645-4519-B1B8-C5261FF65D97}" type="pres">
      <dgm:prSet presAssocID="{0717EF75-DB9C-4340-9F60-D7C90F4A5E4B}" presName="parentText" presStyleLbl="node1" presStyleIdx="4" presStyleCnt="10">
        <dgm:presLayoutVars>
          <dgm:chMax val="0"/>
          <dgm:bulletEnabled val="1"/>
        </dgm:presLayoutVars>
      </dgm:prSet>
      <dgm:spPr/>
    </dgm:pt>
    <dgm:pt modelId="{66D5290C-C744-4C57-BA7B-910516FBB3ED}" type="pres">
      <dgm:prSet presAssocID="{69FF69C3-B7AC-4135-B490-E44324B22C74}" presName="spacer" presStyleCnt="0"/>
      <dgm:spPr/>
    </dgm:pt>
    <dgm:pt modelId="{2F0B060E-4615-4EF4-8849-9D5F68185D18}" type="pres">
      <dgm:prSet presAssocID="{77B6CB34-AC03-46F8-BD83-947248B32BC8}" presName="parentText" presStyleLbl="node1" presStyleIdx="5" presStyleCnt="10">
        <dgm:presLayoutVars>
          <dgm:chMax val="0"/>
          <dgm:bulletEnabled val="1"/>
        </dgm:presLayoutVars>
      </dgm:prSet>
      <dgm:spPr/>
    </dgm:pt>
    <dgm:pt modelId="{3A6B3F1E-ACBA-41E4-8B7E-66F0C05A2A60}" type="pres">
      <dgm:prSet presAssocID="{9C612070-F84C-43EF-A0D7-74A7424FAE02}" presName="spacer" presStyleCnt="0"/>
      <dgm:spPr/>
    </dgm:pt>
    <dgm:pt modelId="{F1E96BC7-8C08-4F22-95CD-877D91C278F6}" type="pres">
      <dgm:prSet presAssocID="{2C916EDF-5871-465A-ADE5-1CB6E106E4D1}" presName="parentText" presStyleLbl="node1" presStyleIdx="6" presStyleCnt="10">
        <dgm:presLayoutVars>
          <dgm:chMax val="0"/>
          <dgm:bulletEnabled val="1"/>
        </dgm:presLayoutVars>
      </dgm:prSet>
      <dgm:spPr/>
    </dgm:pt>
    <dgm:pt modelId="{16C6F4FC-210C-4ABA-B6C4-7BDD5BDF48BB}" type="pres">
      <dgm:prSet presAssocID="{1B7792EA-7903-4D10-9768-C1038A551BDC}" presName="spacer" presStyleCnt="0"/>
      <dgm:spPr/>
    </dgm:pt>
    <dgm:pt modelId="{FD21C1CE-BE0C-47AC-95E1-B9D45699AFAD}" type="pres">
      <dgm:prSet presAssocID="{350A1360-44F2-4A20-9700-6D2F3C0F81A3}" presName="parentText" presStyleLbl="node1" presStyleIdx="7" presStyleCnt="10">
        <dgm:presLayoutVars>
          <dgm:chMax val="0"/>
          <dgm:bulletEnabled val="1"/>
        </dgm:presLayoutVars>
      </dgm:prSet>
      <dgm:spPr/>
    </dgm:pt>
    <dgm:pt modelId="{A990910E-5AFD-4428-A24B-C62116CC5E53}" type="pres">
      <dgm:prSet presAssocID="{4349242F-71E8-45C0-A489-D970BFD70AA0}" presName="spacer" presStyleCnt="0"/>
      <dgm:spPr/>
    </dgm:pt>
    <dgm:pt modelId="{ED9FD4D4-73F3-472D-AB9B-5AAB75E3A1DD}" type="pres">
      <dgm:prSet presAssocID="{146D33FE-819D-49F5-AC72-8C1B103A919C}" presName="parentText" presStyleLbl="node1" presStyleIdx="8" presStyleCnt="10">
        <dgm:presLayoutVars>
          <dgm:chMax val="0"/>
          <dgm:bulletEnabled val="1"/>
        </dgm:presLayoutVars>
      </dgm:prSet>
      <dgm:spPr/>
    </dgm:pt>
    <dgm:pt modelId="{FAA9513D-1B62-467A-9120-4F6E2C8FC10B}" type="pres">
      <dgm:prSet presAssocID="{663093B3-A922-4A2B-9D41-ED659DFCDEBA}" presName="spacer" presStyleCnt="0"/>
      <dgm:spPr/>
    </dgm:pt>
    <dgm:pt modelId="{E4B1FB59-6014-41A7-9232-9DA5E1C7CDDE}" type="pres">
      <dgm:prSet presAssocID="{6C0EE485-26C0-40E7-B293-52E8BEB22048}" presName="parentText" presStyleLbl="node1" presStyleIdx="9" presStyleCnt="10">
        <dgm:presLayoutVars>
          <dgm:chMax val="0"/>
          <dgm:bulletEnabled val="1"/>
        </dgm:presLayoutVars>
      </dgm:prSet>
      <dgm:spPr/>
    </dgm:pt>
  </dgm:ptLst>
  <dgm:cxnLst>
    <dgm:cxn modelId="{9195F23F-E296-460D-A04C-7F668FF20202}" type="presOf" srcId="{6C0EE485-26C0-40E7-B293-52E8BEB22048}" destId="{E4B1FB59-6014-41A7-9232-9DA5E1C7CDDE}" srcOrd="0" destOrd="0" presId="urn:microsoft.com/office/officeart/2005/8/layout/vList2"/>
    <dgm:cxn modelId="{F02E9B63-FED6-4B39-ACC3-86BA4583C135}" srcId="{79D10031-34EA-4252-AAF4-5F0104C5F3D1}" destId="{146D33FE-819D-49F5-AC72-8C1B103A919C}" srcOrd="8" destOrd="0" parTransId="{450EC45C-3228-4FE5-B8FC-D03AD53D3892}" sibTransId="{663093B3-A922-4A2B-9D41-ED659DFCDEBA}"/>
    <dgm:cxn modelId="{E8697752-A785-4581-940A-2518DA3F7EAD}" type="presOf" srcId="{560D50D0-2F33-46D6-93A6-AB94B17D9092}" destId="{B30F48F8-B4F0-4E6E-86E9-6B07AABE727A}" srcOrd="0" destOrd="0" presId="urn:microsoft.com/office/officeart/2005/8/layout/vList2"/>
    <dgm:cxn modelId="{A17FD47B-DFA1-41FC-839B-57FB62D2C498}" type="presOf" srcId="{77B6CB34-AC03-46F8-BD83-947248B32BC8}" destId="{2F0B060E-4615-4EF4-8849-9D5F68185D18}" srcOrd="0" destOrd="0" presId="urn:microsoft.com/office/officeart/2005/8/layout/vList2"/>
    <dgm:cxn modelId="{C1766B8D-1D0D-4AC5-A53E-42ED2804BC90}" type="presOf" srcId="{DBDE2CE2-AD5A-48FA-9DA7-8291B2CE5447}" destId="{49FA67E6-3ADC-4251-B46F-FA90E5D8753E}" srcOrd="0" destOrd="0" presId="urn:microsoft.com/office/officeart/2005/8/layout/vList2"/>
    <dgm:cxn modelId="{FC26548F-A3C7-4BA4-BBCF-A23DE0DC7C90}" srcId="{79D10031-34EA-4252-AAF4-5F0104C5F3D1}" destId="{2C916EDF-5871-465A-ADE5-1CB6E106E4D1}" srcOrd="6" destOrd="0" parTransId="{6490FDD4-1379-4778-A641-BC37B4441818}" sibTransId="{1B7792EA-7903-4D10-9768-C1038A551BDC}"/>
    <dgm:cxn modelId="{AD641F90-90B6-453F-9BE6-CB726FBF295E}" type="presOf" srcId="{79D10031-34EA-4252-AAF4-5F0104C5F3D1}" destId="{F76C27D2-6820-474E-B348-9BC5AF48D9B6}" srcOrd="0" destOrd="0" presId="urn:microsoft.com/office/officeart/2005/8/layout/vList2"/>
    <dgm:cxn modelId="{63C6A599-6629-4E10-AD76-7AC038770DA3}" srcId="{79D10031-34EA-4252-AAF4-5F0104C5F3D1}" destId="{3591D6A4-5CBA-489D-97CA-F18D68F9284A}" srcOrd="3" destOrd="0" parTransId="{D036D375-4E53-4DF5-AF5D-E8F48FF6DFC9}" sibTransId="{8807A1CC-F7C3-4509-A258-D97890CF5C7E}"/>
    <dgm:cxn modelId="{683253A7-EBEC-4130-9D7B-86A0A30C89CD}" srcId="{79D10031-34EA-4252-AAF4-5F0104C5F3D1}" destId="{6C0EE485-26C0-40E7-B293-52E8BEB22048}" srcOrd="9" destOrd="0" parTransId="{40226354-782B-419F-A0CC-F76FB2ABD7E5}" sibTransId="{905966B3-FD64-4F37-BF39-C4F2B47FA6B2}"/>
    <dgm:cxn modelId="{202304AE-23D2-4AF5-97C9-2234DC396499}" srcId="{79D10031-34EA-4252-AAF4-5F0104C5F3D1}" destId="{560D50D0-2F33-46D6-93A6-AB94B17D9092}" srcOrd="1" destOrd="0" parTransId="{3ABFA83A-2D63-414E-B51C-EB4B345FCB5C}" sibTransId="{6C6C6466-897C-4640-9554-90C41F532507}"/>
    <dgm:cxn modelId="{E42D00AF-C5DA-4586-86D7-D8641FE33DAC}" srcId="{79D10031-34EA-4252-AAF4-5F0104C5F3D1}" destId="{BCBADAA7-71F9-4202-BF42-96CC8F839714}" srcOrd="2" destOrd="0" parTransId="{9D05041E-92C1-432B-904E-068E6AF78E1D}" sibTransId="{589B2F8F-4FA8-49C1-878D-BF368787BE04}"/>
    <dgm:cxn modelId="{CF6BC0BC-4528-49DD-A140-B650B9BA4E8D}" srcId="{79D10031-34EA-4252-AAF4-5F0104C5F3D1}" destId="{DBDE2CE2-AD5A-48FA-9DA7-8291B2CE5447}" srcOrd="0" destOrd="0" parTransId="{696A750E-0DDB-40F2-A8AA-54FC184EB00B}" sibTransId="{897C3D3D-1322-4905-A58D-C677EF534161}"/>
    <dgm:cxn modelId="{6223B8CD-C3DC-4B7A-9C7D-E48E57A8E835}" srcId="{79D10031-34EA-4252-AAF4-5F0104C5F3D1}" destId="{0717EF75-DB9C-4340-9F60-D7C90F4A5E4B}" srcOrd="4" destOrd="0" parTransId="{303F15F6-B59D-490C-92E7-FDEDDE6930B1}" sibTransId="{69FF69C3-B7AC-4135-B490-E44324B22C74}"/>
    <dgm:cxn modelId="{69DABAD1-3093-4390-83E3-1D5125D689B0}" type="presOf" srcId="{BCBADAA7-71F9-4202-BF42-96CC8F839714}" destId="{8BE2515E-9944-4F68-B46F-09B131F1A9F6}" srcOrd="0" destOrd="0" presId="urn:microsoft.com/office/officeart/2005/8/layout/vList2"/>
    <dgm:cxn modelId="{E3C2FCD1-5F42-4362-A61B-8664BB075603}" type="presOf" srcId="{146D33FE-819D-49F5-AC72-8C1B103A919C}" destId="{ED9FD4D4-73F3-472D-AB9B-5AAB75E3A1DD}" srcOrd="0" destOrd="0" presId="urn:microsoft.com/office/officeart/2005/8/layout/vList2"/>
    <dgm:cxn modelId="{F8571FD4-4434-4159-8EE6-F7FEC5C9AE41}" srcId="{79D10031-34EA-4252-AAF4-5F0104C5F3D1}" destId="{77B6CB34-AC03-46F8-BD83-947248B32BC8}" srcOrd="5" destOrd="0" parTransId="{C3E09AC0-0CD7-45DE-842E-0E422D8DEC32}" sibTransId="{9C612070-F84C-43EF-A0D7-74A7424FAE02}"/>
    <dgm:cxn modelId="{2B1C40ED-17BA-43AF-8707-F601A87302B3}" type="presOf" srcId="{3591D6A4-5CBA-489D-97CA-F18D68F9284A}" destId="{D0672C49-02F9-4D99-A3DF-AB92235508F7}" srcOrd="0" destOrd="0" presId="urn:microsoft.com/office/officeart/2005/8/layout/vList2"/>
    <dgm:cxn modelId="{92737CF4-F453-496F-8018-7EF1178ED8E8}" type="presOf" srcId="{350A1360-44F2-4A20-9700-6D2F3C0F81A3}" destId="{FD21C1CE-BE0C-47AC-95E1-B9D45699AFAD}" srcOrd="0" destOrd="0" presId="urn:microsoft.com/office/officeart/2005/8/layout/vList2"/>
    <dgm:cxn modelId="{57851FF5-B2D2-4816-9496-5843AC118301}" type="presOf" srcId="{2C916EDF-5871-465A-ADE5-1CB6E106E4D1}" destId="{F1E96BC7-8C08-4F22-95CD-877D91C278F6}" srcOrd="0" destOrd="0" presId="urn:microsoft.com/office/officeart/2005/8/layout/vList2"/>
    <dgm:cxn modelId="{C4B854FD-1131-4C7B-872B-2EAD1929049F}" type="presOf" srcId="{0717EF75-DB9C-4340-9F60-D7C90F4A5E4B}" destId="{64610DFD-E645-4519-B1B8-C5261FF65D97}" srcOrd="0" destOrd="0" presId="urn:microsoft.com/office/officeart/2005/8/layout/vList2"/>
    <dgm:cxn modelId="{E27C0EFF-A4C3-4059-AD8F-1E4B70E9D066}" srcId="{79D10031-34EA-4252-AAF4-5F0104C5F3D1}" destId="{350A1360-44F2-4A20-9700-6D2F3C0F81A3}" srcOrd="7" destOrd="0" parTransId="{8D046053-CF97-4269-9727-FBC04A0509A7}" sibTransId="{4349242F-71E8-45C0-A489-D970BFD70AA0}"/>
    <dgm:cxn modelId="{F7A49BC5-56A3-4B68-9966-A39CF7F6237E}" type="presParOf" srcId="{F76C27D2-6820-474E-B348-9BC5AF48D9B6}" destId="{49FA67E6-3ADC-4251-B46F-FA90E5D8753E}" srcOrd="0" destOrd="0" presId="urn:microsoft.com/office/officeart/2005/8/layout/vList2"/>
    <dgm:cxn modelId="{33D415DD-97B2-40A8-B250-35D72667BF69}" type="presParOf" srcId="{F76C27D2-6820-474E-B348-9BC5AF48D9B6}" destId="{ACA16B8B-971C-46CA-8C4F-622BD00CE992}" srcOrd="1" destOrd="0" presId="urn:microsoft.com/office/officeart/2005/8/layout/vList2"/>
    <dgm:cxn modelId="{95A8ED3F-75E7-46B5-86A6-BC38063A2E27}" type="presParOf" srcId="{F76C27D2-6820-474E-B348-9BC5AF48D9B6}" destId="{B30F48F8-B4F0-4E6E-86E9-6B07AABE727A}" srcOrd="2" destOrd="0" presId="urn:microsoft.com/office/officeart/2005/8/layout/vList2"/>
    <dgm:cxn modelId="{BA247D77-9C64-4CDB-B2C7-47D37654B542}" type="presParOf" srcId="{F76C27D2-6820-474E-B348-9BC5AF48D9B6}" destId="{6436868C-DD56-4505-A90B-CD95D3DBB8A2}" srcOrd="3" destOrd="0" presId="urn:microsoft.com/office/officeart/2005/8/layout/vList2"/>
    <dgm:cxn modelId="{2819B4B1-3E95-484A-981D-14A3B571610A}" type="presParOf" srcId="{F76C27D2-6820-474E-B348-9BC5AF48D9B6}" destId="{8BE2515E-9944-4F68-B46F-09B131F1A9F6}" srcOrd="4" destOrd="0" presId="urn:microsoft.com/office/officeart/2005/8/layout/vList2"/>
    <dgm:cxn modelId="{004924CB-1C40-47F4-86F8-CB40353F7DEC}" type="presParOf" srcId="{F76C27D2-6820-474E-B348-9BC5AF48D9B6}" destId="{C62CE6D6-87AE-4EF9-B377-715D54EBFBAF}" srcOrd="5" destOrd="0" presId="urn:microsoft.com/office/officeart/2005/8/layout/vList2"/>
    <dgm:cxn modelId="{3CEB3241-982C-4266-9907-41B1735C7B0A}" type="presParOf" srcId="{F76C27D2-6820-474E-B348-9BC5AF48D9B6}" destId="{D0672C49-02F9-4D99-A3DF-AB92235508F7}" srcOrd="6" destOrd="0" presId="urn:microsoft.com/office/officeart/2005/8/layout/vList2"/>
    <dgm:cxn modelId="{85983E68-1C90-40C1-98A9-D35464033F90}" type="presParOf" srcId="{F76C27D2-6820-474E-B348-9BC5AF48D9B6}" destId="{F349D529-92DF-46AE-8924-EFD13AD6B45E}" srcOrd="7" destOrd="0" presId="urn:microsoft.com/office/officeart/2005/8/layout/vList2"/>
    <dgm:cxn modelId="{8672A1EF-BB3A-465C-B9BE-98EAB07E9337}" type="presParOf" srcId="{F76C27D2-6820-474E-B348-9BC5AF48D9B6}" destId="{64610DFD-E645-4519-B1B8-C5261FF65D97}" srcOrd="8" destOrd="0" presId="urn:microsoft.com/office/officeart/2005/8/layout/vList2"/>
    <dgm:cxn modelId="{41A7A069-BB5C-4BEB-9314-785A3FD998E4}" type="presParOf" srcId="{F76C27D2-6820-474E-B348-9BC5AF48D9B6}" destId="{66D5290C-C744-4C57-BA7B-910516FBB3ED}" srcOrd="9" destOrd="0" presId="urn:microsoft.com/office/officeart/2005/8/layout/vList2"/>
    <dgm:cxn modelId="{91275393-C0D7-4B01-B745-1E9D854B971A}" type="presParOf" srcId="{F76C27D2-6820-474E-B348-9BC5AF48D9B6}" destId="{2F0B060E-4615-4EF4-8849-9D5F68185D18}" srcOrd="10" destOrd="0" presId="urn:microsoft.com/office/officeart/2005/8/layout/vList2"/>
    <dgm:cxn modelId="{49E06F37-AA4E-4BFF-8FB8-2B94B74B91C2}" type="presParOf" srcId="{F76C27D2-6820-474E-B348-9BC5AF48D9B6}" destId="{3A6B3F1E-ACBA-41E4-8B7E-66F0C05A2A60}" srcOrd="11" destOrd="0" presId="urn:microsoft.com/office/officeart/2005/8/layout/vList2"/>
    <dgm:cxn modelId="{89C06580-6FE8-4CB4-9F83-09B8AD6E274A}" type="presParOf" srcId="{F76C27D2-6820-474E-B348-9BC5AF48D9B6}" destId="{F1E96BC7-8C08-4F22-95CD-877D91C278F6}" srcOrd="12" destOrd="0" presId="urn:microsoft.com/office/officeart/2005/8/layout/vList2"/>
    <dgm:cxn modelId="{FC04FD85-C3E2-49DE-944B-4428B39B8203}" type="presParOf" srcId="{F76C27D2-6820-474E-B348-9BC5AF48D9B6}" destId="{16C6F4FC-210C-4ABA-B6C4-7BDD5BDF48BB}" srcOrd="13" destOrd="0" presId="urn:microsoft.com/office/officeart/2005/8/layout/vList2"/>
    <dgm:cxn modelId="{17ACF9B8-D865-4532-A2EA-83B693C009A3}" type="presParOf" srcId="{F76C27D2-6820-474E-B348-9BC5AF48D9B6}" destId="{FD21C1CE-BE0C-47AC-95E1-B9D45699AFAD}" srcOrd="14" destOrd="0" presId="urn:microsoft.com/office/officeart/2005/8/layout/vList2"/>
    <dgm:cxn modelId="{7D4BDC2E-59C5-4CBA-B0C3-F6983BF2E46E}" type="presParOf" srcId="{F76C27D2-6820-474E-B348-9BC5AF48D9B6}" destId="{A990910E-5AFD-4428-A24B-C62116CC5E53}" srcOrd="15" destOrd="0" presId="urn:microsoft.com/office/officeart/2005/8/layout/vList2"/>
    <dgm:cxn modelId="{D72DB775-2ED1-4747-B71E-2A91039862A7}" type="presParOf" srcId="{F76C27D2-6820-474E-B348-9BC5AF48D9B6}" destId="{ED9FD4D4-73F3-472D-AB9B-5AAB75E3A1DD}" srcOrd="16" destOrd="0" presId="urn:microsoft.com/office/officeart/2005/8/layout/vList2"/>
    <dgm:cxn modelId="{7F30C92C-C43D-4E56-9AE5-F56E3FDD4F51}" type="presParOf" srcId="{F76C27D2-6820-474E-B348-9BC5AF48D9B6}" destId="{FAA9513D-1B62-467A-9120-4F6E2C8FC10B}" srcOrd="17" destOrd="0" presId="urn:microsoft.com/office/officeart/2005/8/layout/vList2"/>
    <dgm:cxn modelId="{6412CB7E-2877-4CDE-8578-E006D4B6FB88}" type="presParOf" srcId="{F76C27D2-6820-474E-B348-9BC5AF48D9B6}" destId="{E4B1FB59-6014-41A7-9232-9DA5E1C7CDDE}" srcOrd="1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E2C1C6D-3B28-4AB3-A7D8-097A7D4920AE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6EA2948-45B7-48A6-A6AE-9330C3BF30D8}">
      <dgm:prSet/>
      <dgm:spPr/>
      <dgm:t>
        <a:bodyPr/>
        <a:lstStyle/>
        <a:p>
          <a:r>
            <a:rPr lang="en-US"/>
            <a:t>Thuật toán gợi ý còn đơn giản </a:t>
          </a:r>
        </a:p>
      </dgm:t>
    </dgm:pt>
    <dgm:pt modelId="{8E5751B3-3063-457A-AB78-8D0600C8827E}" type="parTrans" cxnId="{E2081852-17C7-4881-96BD-6571605B129D}">
      <dgm:prSet/>
      <dgm:spPr/>
      <dgm:t>
        <a:bodyPr/>
        <a:lstStyle/>
        <a:p>
          <a:endParaRPr lang="en-US"/>
        </a:p>
      </dgm:t>
    </dgm:pt>
    <dgm:pt modelId="{BA8BBF0F-7EC6-4A7B-A244-3C392DAD6140}" type="sibTrans" cxnId="{E2081852-17C7-4881-96BD-6571605B129D}">
      <dgm:prSet/>
      <dgm:spPr/>
      <dgm:t>
        <a:bodyPr/>
        <a:lstStyle/>
        <a:p>
          <a:endParaRPr lang="en-US"/>
        </a:p>
      </dgm:t>
    </dgm:pt>
    <dgm:pt modelId="{DE34BEAE-1026-4270-9874-6BF58818FE5E}">
      <dgm:prSet/>
      <dgm:spPr/>
      <dgm:t>
        <a:bodyPr/>
        <a:lstStyle/>
        <a:p>
          <a:r>
            <a:rPr lang="en-US"/>
            <a:t>Chưa áp dụng Machine Learning </a:t>
          </a:r>
        </a:p>
      </dgm:t>
    </dgm:pt>
    <dgm:pt modelId="{34459AA1-1513-498D-BA55-A5C20D945FC4}" type="parTrans" cxnId="{9F1C0C82-907D-4CE1-BC0A-0FAD9FE96F5E}">
      <dgm:prSet/>
      <dgm:spPr/>
      <dgm:t>
        <a:bodyPr/>
        <a:lstStyle/>
        <a:p>
          <a:endParaRPr lang="en-US"/>
        </a:p>
      </dgm:t>
    </dgm:pt>
    <dgm:pt modelId="{8EC6DC22-B456-433C-8538-9AAB7429E6B2}" type="sibTrans" cxnId="{9F1C0C82-907D-4CE1-BC0A-0FAD9FE96F5E}">
      <dgm:prSet/>
      <dgm:spPr/>
      <dgm:t>
        <a:bodyPr/>
        <a:lstStyle/>
        <a:p>
          <a:endParaRPr lang="en-US"/>
        </a:p>
      </dgm:t>
    </dgm:pt>
    <dgm:pt modelId="{F5B25AD9-8022-4121-B0F2-4A3972E1D3DC}">
      <dgm:prSet/>
      <dgm:spPr/>
      <dgm:t>
        <a:bodyPr/>
        <a:lstStyle/>
        <a:p>
          <a:r>
            <a:rPr lang="en-US"/>
            <a:t>Chưa tích hợp thanh toán trực tuyến </a:t>
          </a:r>
        </a:p>
      </dgm:t>
    </dgm:pt>
    <dgm:pt modelId="{6C854EEF-D730-4460-85EB-CA262F69F875}" type="parTrans" cxnId="{7338DA4D-0938-4733-BED6-E632BD1D6203}">
      <dgm:prSet/>
      <dgm:spPr/>
      <dgm:t>
        <a:bodyPr/>
        <a:lstStyle/>
        <a:p>
          <a:endParaRPr lang="en-US"/>
        </a:p>
      </dgm:t>
    </dgm:pt>
    <dgm:pt modelId="{0BE4193A-1DF2-4C55-9B51-83FF76160011}" type="sibTrans" cxnId="{7338DA4D-0938-4733-BED6-E632BD1D6203}">
      <dgm:prSet/>
      <dgm:spPr/>
      <dgm:t>
        <a:bodyPr/>
        <a:lstStyle/>
        <a:p>
          <a:endParaRPr lang="en-US"/>
        </a:p>
      </dgm:t>
    </dgm:pt>
    <dgm:pt modelId="{14C767AD-CF28-48E1-8FA5-8BF103ED782C}">
      <dgm:prSet/>
      <dgm:spPr/>
      <dgm:t>
        <a:bodyPr/>
        <a:lstStyle/>
        <a:p>
          <a:r>
            <a:rPr lang="en-US"/>
            <a:t>Dữ liệu thử nghiệm còn hạn chế</a:t>
          </a:r>
        </a:p>
      </dgm:t>
    </dgm:pt>
    <dgm:pt modelId="{1C64C70F-FA72-4A0D-B8A8-B80E81B38F3B}" type="parTrans" cxnId="{282627D9-AE56-45D5-B5B6-87C9611E452D}">
      <dgm:prSet/>
      <dgm:spPr/>
      <dgm:t>
        <a:bodyPr/>
        <a:lstStyle/>
        <a:p>
          <a:endParaRPr lang="en-US"/>
        </a:p>
      </dgm:t>
    </dgm:pt>
    <dgm:pt modelId="{484DBAE3-2703-4CA1-B48B-909C9B20ED49}" type="sibTrans" cxnId="{282627D9-AE56-45D5-B5B6-87C9611E452D}">
      <dgm:prSet/>
      <dgm:spPr/>
      <dgm:t>
        <a:bodyPr/>
        <a:lstStyle/>
        <a:p>
          <a:endParaRPr lang="en-US"/>
        </a:p>
      </dgm:t>
    </dgm:pt>
    <dgm:pt modelId="{92F49C05-F95D-4DD2-A9EA-509622DC8BD0}" type="pres">
      <dgm:prSet presAssocID="{4E2C1C6D-3B28-4AB3-A7D8-097A7D4920AE}" presName="linear" presStyleCnt="0">
        <dgm:presLayoutVars>
          <dgm:animLvl val="lvl"/>
          <dgm:resizeHandles val="exact"/>
        </dgm:presLayoutVars>
      </dgm:prSet>
      <dgm:spPr/>
    </dgm:pt>
    <dgm:pt modelId="{F8B87D23-3B73-4C2C-B34C-1D64C3E7EFFE}" type="pres">
      <dgm:prSet presAssocID="{36EA2948-45B7-48A6-A6AE-9330C3BF30D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5140AAE-91C6-4026-A4FA-69148970C01B}" type="pres">
      <dgm:prSet presAssocID="{BA8BBF0F-7EC6-4A7B-A244-3C392DAD6140}" presName="spacer" presStyleCnt="0"/>
      <dgm:spPr/>
    </dgm:pt>
    <dgm:pt modelId="{729B9D8C-F99B-4344-A507-30478E5B65E4}" type="pres">
      <dgm:prSet presAssocID="{DE34BEAE-1026-4270-9874-6BF58818FE5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C3841A8-2513-42A7-B729-2B7B5FBF5297}" type="pres">
      <dgm:prSet presAssocID="{8EC6DC22-B456-433C-8538-9AAB7429E6B2}" presName="spacer" presStyleCnt="0"/>
      <dgm:spPr/>
    </dgm:pt>
    <dgm:pt modelId="{31CB9D08-9F3F-4FDC-BC6F-4FDF85ED0606}" type="pres">
      <dgm:prSet presAssocID="{F5B25AD9-8022-4121-B0F2-4A3972E1D3D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D7E6A23-815D-4BC8-9F8F-714D5AD4255F}" type="pres">
      <dgm:prSet presAssocID="{0BE4193A-1DF2-4C55-9B51-83FF76160011}" presName="spacer" presStyleCnt="0"/>
      <dgm:spPr/>
    </dgm:pt>
    <dgm:pt modelId="{9BF0A7C7-50DC-4C2B-927A-F4098FD605F5}" type="pres">
      <dgm:prSet presAssocID="{14C767AD-CF28-48E1-8FA5-8BF103ED782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3F28924-3859-4B95-A667-5A380BC12CA1}" type="presOf" srcId="{4E2C1C6D-3B28-4AB3-A7D8-097A7D4920AE}" destId="{92F49C05-F95D-4DD2-A9EA-509622DC8BD0}" srcOrd="0" destOrd="0" presId="urn:microsoft.com/office/officeart/2005/8/layout/vList2"/>
    <dgm:cxn modelId="{7338DA4D-0938-4733-BED6-E632BD1D6203}" srcId="{4E2C1C6D-3B28-4AB3-A7D8-097A7D4920AE}" destId="{F5B25AD9-8022-4121-B0F2-4A3972E1D3DC}" srcOrd="2" destOrd="0" parTransId="{6C854EEF-D730-4460-85EB-CA262F69F875}" sibTransId="{0BE4193A-1DF2-4C55-9B51-83FF76160011}"/>
    <dgm:cxn modelId="{E2081852-17C7-4881-96BD-6571605B129D}" srcId="{4E2C1C6D-3B28-4AB3-A7D8-097A7D4920AE}" destId="{36EA2948-45B7-48A6-A6AE-9330C3BF30D8}" srcOrd="0" destOrd="0" parTransId="{8E5751B3-3063-457A-AB78-8D0600C8827E}" sibTransId="{BA8BBF0F-7EC6-4A7B-A244-3C392DAD6140}"/>
    <dgm:cxn modelId="{9F1C0C82-907D-4CE1-BC0A-0FAD9FE96F5E}" srcId="{4E2C1C6D-3B28-4AB3-A7D8-097A7D4920AE}" destId="{DE34BEAE-1026-4270-9874-6BF58818FE5E}" srcOrd="1" destOrd="0" parTransId="{34459AA1-1513-498D-BA55-A5C20D945FC4}" sibTransId="{8EC6DC22-B456-433C-8538-9AAB7429E6B2}"/>
    <dgm:cxn modelId="{4BA7F585-94F0-4ADD-97ED-5047582CE598}" type="presOf" srcId="{36EA2948-45B7-48A6-A6AE-9330C3BF30D8}" destId="{F8B87D23-3B73-4C2C-B34C-1D64C3E7EFFE}" srcOrd="0" destOrd="0" presId="urn:microsoft.com/office/officeart/2005/8/layout/vList2"/>
    <dgm:cxn modelId="{094147A9-E8F4-4446-9FEB-2B481BE323E6}" type="presOf" srcId="{14C767AD-CF28-48E1-8FA5-8BF103ED782C}" destId="{9BF0A7C7-50DC-4C2B-927A-F4098FD605F5}" srcOrd="0" destOrd="0" presId="urn:microsoft.com/office/officeart/2005/8/layout/vList2"/>
    <dgm:cxn modelId="{282627D9-AE56-45D5-B5B6-87C9611E452D}" srcId="{4E2C1C6D-3B28-4AB3-A7D8-097A7D4920AE}" destId="{14C767AD-CF28-48E1-8FA5-8BF103ED782C}" srcOrd="3" destOrd="0" parTransId="{1C64C70F-FA72-4A0D-B8A8-B80E81B38F3B}" sibTransId="{484DBAE3-2703-4CA1-B48B-909C9B20ED49}"/>
    <dgm:cxn modelId="{3164C9EB-B254-4F9C-AB11-753BE46B2C58}" type="presOf" srcId="{DE34BEAE-1026-4270-9874-6BF58818FE5E}" destId="{729B9D8C-F99B-4344-A507-30478E5B65E4}" srcOrd="0" destOrd="0" presId="urn:microsoft.com/office/officeart/2005/8/layout/vList2"/>
    <dgm:cxn modelId="{BC6F0CFB-4D1B-4B3E-AB8A-E317DF3EAB53}" type="presOf" srcId="{F5B25AD9-8022-4121-B0F2-4A3972E1D3DC}" destId="{31CB9D08-9F3F-4FDC-BC6F-4FDF85ED0606}" srcOrd="0" destOrd="0" presId="urn:microsoft.com/office/officeart/2005/8/layout/vList2"/>
    <dgm:cxn modelId="{49100C7B-4424-4532-A58F-6D48CBCC7F92}" type="presParOf" srcId="{92F49C05-F95D-4DD2-A9EA-509622DC8BD0}" destId="{F8B87D23-3B73-4C2C-B34C-1D64C3E7EFFE}" srcOrd="0" destOrd="0" presId="urn:microsoft.com/office/officeart/2005/8/layout/vList2"/>
    <dgm:cxn modelId="{81B4F69C-0BC7-4031-AEBA-EA0DF2F0D7D9}" type="presParOf" srcId="{92F49C05-F95D-4DD2-A9EA-509622DC8BD0}" destId="{E5140AAE-91C6-4026-A4FA-69148970C01B}" srcOrd="1" destOrd="0" presId="urn:microsoft.com/office/officeart/2005/8/layout/vList2"/>
    <dgm:cxn modelId="{8EBDE8AE-AB8E-484E-8DE5-ECD793C91CA8}" type="presParOf" srcId="{92F49C05-F95D-4DD2-A9EA-509622DC8BD0}" destId="{729B9D8C-F99B-4344-A507-30478E5B65E4}" srcOrd="2" destOrd="0" presId="urn:microsoft.com/office/officeart/2005/8/layout/vList2"/>
    <dgm:cxn modelId="{A2BB5FE2-05DC-43DD-8D46-0BEE32D602CF}" type="presParOf" srcId="{92F49C05-F95D-4DD2-A9EA-509622DC8BD0}" destId="{DC3841A8-2513-42A7-B729-2B7B5FBF5297}" srcOrd="3" destOrd="0" presId="urn:microsoft.com/office/officeart/2005/8/layout/vList2"/>
    <dgm:cxn modelId="{D3673807-E322-4FEA-9A63-8F2DC6FFC0EE}" type="presParOf" srcId="{92F49C05-F95D-4DD2-A9EA-509622DC8BD0}" destId="{31CB9D08-9F3F-4FDC-BC6F-4FDF85ED0606}" srcOrd="4" destOrd="0" presId="urn:microsoft.com/office/officeart/2005/8/layout/vList2"/>
    <dgm:cxn modelId="{E57E4DB8-2F9D-4051-BB9D-03F0A262BADA}" type="presParOf" srcId="{92F49C05-F95D-4DD2-A9EA-509622DC8BD0}" destId="{DD7E6A23-815D-4BC8-9F8F-714D5AD4255F}" srcOrd="5" destOrd="0" presId="urn:microsoft.com/office/officeart/2005/8/layout/vList2"/>
    <dgm:cxn modelId="{114D0308-1B53-4FBA-904B-21DCC42FC12C}" type="presParOf" srcId="{92F49C05-F95D-4DD2-A9EA-509622DC8BD0}" destId="{9BF0A7C7-50DC-4C2B-927A-F4098FD605F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C315C4E-F0D8-47A3-801B-CC137F3009B9}" type="doc">
      <dgm:prSet loTypeId="urn:microsoft.com/office/officeart/2005/8/layout/default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3FA086E-B67D-4A92-85D7-33EDF95C6F6B}">
      <dgm:prSet/>
      <dgm:spPr/>
      <dgm:t>
        <a:bodyPr/>
        <a:lstStyle/>
        <a:p>
          <a:r>
            <a:rPr lang="en-US"/>
            <a:t>Machine Learning </a:t>
          </a:r>
        </a:p>
      </dgm:t>
    </dgm:pt>
    <dgm:pt modelId="{CD71FABA-F974-40C1-832B-3433E61379E1}" type="parTrans" cxnId="{D506D8C6-B285-4C4B-92C7-1A926A222B2A}">
      <dgm:prSet/>
      <dgm:spPr/>
      <dgm:t>
        <a:bodyPr/>
        <a:lstStyle/>
        <a:p>
          <a:endParaRPr lang="en-US"/>
        </a:p>
      </dgm:t>
    </dgm:pt>
    <dgm:pt modelId="{BDF78691-D416-4EFF-B9D6-057B55D0770D}" type="sibTrans" cxnId="{D506D8C6-B285-4C4B-92C7-1A926A222B2A}">
      <dgm:prSet/>
      <dgm:spPr/>
      <dgm:t>
        <a:bodyPr/>
        <a:lstStyle/>
        <a:p>
          <a:endParaRPr lang="en-US"/>
        </a:p>
      </dgm:t>
    </dgm:pt>
    <dgm:pt modelId="{3E8B70F1-21FB-40F8-9F4F-AB0703072D82}">
      <dgm:prSet/>
      <dgm:spPr/>
      <dgm:t>
        <a:bodyPr/>
        <a:lstStyle/>
        <a:p>
          <a:r>
            <a:rPr lang="en-US"/>
            <a:t>Deep Learning </a:t>
          </a:r>
        </a:p>
      </dgm:t>
    </dgm:pt>
    <dgm:pt modelId="{8B0B3B70-AEDD-43A1-81AD-4715CA8A5B68}" type="parTrans" cxnId="{231900A6-F485-491D-8FD1-BC22D8FECAB7}">
      <dgm:prSet/>
      <dgm:spPr/>
      <dgm:t>
        <a:bodyPr/>
        <a:lstStyle/>
        <a:p>
          <a:endParaRPr lang="en-US"/>
        </a:p>
      </dgm:t>
    </dgm:pt>
    <dgm:pt modelId="{C6DE4DFC-5E4E-497A-91DD-9A1E49D9467F}" type="sibTrans" cxnId="{231900A6-F485-491D-8FD1-BC22D8FECAB7}">
      <dgm:prSet/>
      <dgm:spPr/>
      <dgm:t>
        <a:bodyPr/>
        <a:lstStyle/>
        <a:p>
          <a:endParaRPr lang="en-US"/>
        </a:p>
      </dgm:t>
    </dgm:pt>
    <dgm:pt modelId="{5C39FF58-F796-48C2-AF06-64B5932ED103}">
      <dgm:prSet/>
      <dgm:spPr/>
      <dgm:t>
        <a:bodyPr/>
        <a:lstStyle/>
        <a:p>
          <a:r>
            <a:rPr lang="en-US"/>
            <a:t>Collaborative Filtering </a:t>
          </a:r>
        </a:p>
      </dgm:t>
    </dgm:pt>
    <dgm:pt modelId="{F00FBB9A-81B0-453A-801C-7842083DB739}" type="parTrans" cxnId="{648D8C89-2C96-483D-8A60-B6C9C7EB15FA}">
      <dgm:prSet/>
      <dgm:spPr/>
      <dgm:t>
        <a:bodyPr/>
        <a:lstStyle/>
        <a:p>
          <a:endParaRPr lang="en-US"/>
        </a:p>
      </dgm:t>
    </dgm:pt>
    <dgm:pt modelId="{6639D09C-943D-45E9-BC59-CE4328570D6A}" type="sibTrans" cxnId="{648D8C89-2C96-483D-8A60-B6C9C7EB15FA}">
      <dgm:prSet/>
      <dgm:spPr/>
      <dgm:t>
        <a:bodyPr/>
        <a:lstStyle/>
        <a:p>
          <a:endParaRPr lang="en-US"/>
        </a:p>
      </dgm:t>
    </dgm:pt>
    <dgm:pt modelId="{BE6146F3-BD1A-41D9-8C32-049805A61AA8}">
      <dgm:prSet/>
      <dgm:spPr/>
      <dgm:t>
        <a:bodyPr/>
        <a:lstStyle/>
        <a:p>
          <a:r>
            <a:rPr lang="en-US"/>
            <a:t>Mobile App </a:t>
          </a:r>
        </a:p>
      </dgm:t>
    </dgm:pt>
    <dgm:pt modelId="{2A37A631-FAE7-4DCC-8BEE-957021E2684E}" type="parTrans" cxnId="{FAAC5D74-505B-44B6-A578-1F1B8D393B14}">
      <dgm:prSet/>
      <dgm:spPr/>
      <dgm:t>
        <a:bodyPr/>
        <a:lstStyle/>
        <a:p>
          <a:endParaRPr lang="en-US"/>
        </a:p>
      </dgm:t>
    </dgm:pt>
    <dgm:pt modelId="{4843ABA5-5FDB-4D63-95DF-799A67EF5BC5}" type="sibTrans" cxnId="{FAAC5D74-505B-44B6-A578-1F1B8D393B14}">
      <dgm:prSet/>
      <dgm:spPr/>
      <dgm:t>
        <a:bodyPr/>
        <a:lstStyle/>
        <a:p>
          <a:endParaRPr lang="en-US"/>
        </a:p>
      </dgm:t>
    </dgm:pt>
    <dgm:pt modelId="{D7FA053B-5B40-456D-9085-A6DC219F7BB9}">
      <dgm:prSet/>
      <dgm:spPr/>
      <dgm:t>
        <a:bodyPr/>
        <a:lstStyle/>
        <a:p>
          <a:r>
            <a:rPr lang="en-US"/>
            <a:t>Thanh toán trực tuyến </a:t>
          </a:r>
        </a:p>
      </dgm:t>
    </dgm:pt>
    <dgm:pt modelId="{340E4EF8-BBB8-4C57-9BAE-59EB17720FBA}" type="parTrans" cxnId="{3692108D-B979-4D4C-ACCC-A59506261940}">
      <dgm:prSet/>
      <dgm:spPr/>
      <dgm:t>
        <a:bodyPr/>
        <a:lstStyle/>
        <a:p>
          <a:endParaRPr lang="en-US"/>
        </a:p>
      </dgm:t>
    </dgm:pt>
    <dgm:pt modelId="{EFA4A722-C51D-4466-9E8C-254FB31A63E4}" type="sibTrans" cxnId="{3692108D-B979-4D4C-ACCC-A59506261940}">
      <dgm:prSet/>
      <dgm:spPr/>
      <dgm:t>
        <a:bodyPr/>
        <a:lstStyle/>
        <a:p>
          <a:endParaRPr lang="en-US"/>
        </a:p>
      </dgm:t>
    </dgm:pt>
    <dgm:pt modelId="{1B4F531B-F966-4FEE-9CC6-FD2D79A82E1F}">
      <dgm:prSet/>
      <dgm:spPr/>
      <dgm:t>
        <a:bodyPr/>
        <a:lstStyle/>
        <a:p>
          <a:r>
            <a:rPr lang="en-US"/>
            <a:t>Chat thời gian thực </a:t>
          </a:r>
        </a:p>
      </dgm:t>
    </dgm:pt>
    <dgm:pt modelId="{B1D4A624-3EB0-4D36-9E6C-819E356E5573}" type="parTrans" cxnId="{5FEF81D7-C6B0-4BF2-96DE-F1A55D8C3586}">
      <dgm:prSet/>
      <dgm:spPr/>
      <dgm:t>
        <a:bodyPr/>
        <a:lstStyle/>
        <a:p>
          <a:endParaRPr lang="en-US"/>
        </a:p>
      </dgm:t>
    </dgm:pt>
    <dgm:pt modelId="{9FE6D3CA-9FAB-427A-A8DE-DEF13181D9C8}" type="sibTrans" cxnId="{5FEF81D7-C6B0-4BF2-96DE-F1A55D8C3586}">
      <dgm:prSet/>
      <dgm:spPr/>
      <dgm:t>
        <a:bodyPr/>
        <a:lstStyle/>
        <a:p>
          <a:endParaRPr lang="en-US"/>
        </a:p>
      </dgm:t>
    </dgm:pt>
    <dgm:pt modelId="{40648C01-7C4E-4722-8A4A-803D6A172FDA}">
      <dgm:prSet/>
      <dgm:spPr/>
      <dgm:t>
        <a:bodyPr/>
        <a:lstStyle/>
        <a:p>
          <a:r>
            <a:rPr lang="en-US"/>
            <a:t>Dashboard thống kê nâng cao </a:t>
          </a:r>
        </a:p>
      </dgm:t>
    </dgm:pt>
    <dgm:pt modelId="{2B2F0A6F-5148-4246-9582-A6B5C01E7968}" type="parTrans" cxnId="{7771298E-F606-45F7-A4A6-2699032B018B}">
      <dgm:prSet/>
      <dgm:spPr/>
      <dgm:t>
        <a:bodyPr/>
        <a:lstStyle/>
        <a:p>
          <a:endParaRPr lang="en-US"/>
        </a:p>
      </dgm:t>
    </dgm:pt>
    <dgm:pt modelId="{4D088210-3466-42CE-A691-EEE256D06761}" type="sibTrans" cxnId="{7771298E-F606-45F7-A4A6-2699032B018B}">
      <dgm:prSet/>
      <dgm:spPr/>
      <dgm:t>
        <a:bodyPr/>
        <a:lstStyle/>
        <a:p>
          <a:endParaRPr lang="en-US"/>
        </a:p>
      </dgm:t>
    </dgm:pt>
    <dgm:pt modelId="{D7842150-43C9-4E86-9D40-11592750C072}">
      <dgm:prSet/>
      <dgm:spPr/>
      <dgm:t>
        <a:bodyPr/>
        <a:lstStyle/>
        <a:p>
          <a:r>
            <a:rPr lang="en-US"/>
            <a:t>Tối ưu thuật toán gợi ý </a:t>
          </a:r>
        </a:p>
      </dgm:t>
    </dgm:pt>
    <dgm:pt modelId="{3CFB8BFA-AB06-4893-BE68-3F1958E2565E}" type="parTrans" cxnId="{DC7EAB3F-D64C-4B6C-A136-AC9CB4946BA0}">
      <dgm:prSet/>
      <dgm:spPr/>
      <dgm:t>
        <a:bodyPr/>
        <a:lstStyle/>
        <a:p>
          <a:endParaRPr lang="en-US"/>
        </a:p>
      </dgm:t>
    </dgm:pt>
    <dgm:pt modelId="{99956F15-7396-4F10-A0FE-6B551148604B}" type="sibTrans" cxnId="{DC7EAB3F-D64C-4B6C-A136-AC9CB4946BA0}">
      <dgm:prSet/>
      <dgm:spPr/>
      <dgm:t>
        <a:bodyPr/>
        <a:lstStyle/>
        <a:p>
          <a:endParaRPr lang="en-US"/>
        </a:p>
      </dgm:t>
    </dgm:pt>
    <dgm:pt modelId="{ED96DD04-DB91-4276-A833-669EAD9F11E8}" type="pres">
      <dgm:prSet presAssocID="{DC315C4E-F0D8-47A3-801B-CC137F3009B9}" presName="diagram" presStyleCnt="0">
        <dgm:presLayoutVars>
          <dgm:dir/>
          <dgm:resizeHandles val="exact"/>
        </dgm:presLayoutVars>
      </dgm:prSet>
      <dgm:spPr/>
    </dgm:pt>
    <dgm:pt modelId="{C53E4804-1A26-4E9B-94F2-60DF11DE784B}" type="pres">
      <dgm:prSet presAssocID="{73FA086E-B67D-4A92-85D7-33EDF95C6F6B}" presName="node" presStyleLbl="node1" presStyleIdx="0" presStyleCnt="8">
        <dgm:presLayoutVars>
          <dgm:bulletEnabled val="1"/>
        </dgm:presLayoutVars>
      </dgm:prSet>
      <dgm:spPr/>
    </dgm:pt>
    <dgm:pt modelId="{C0EA46A7-1886-4EB6-9D09-86D5AC5D874D}" type="pres">
      <dgm:prSet presAssocID="{BDF78691-D416-4EFF-B9D6-057B55D0770D}" presName="sibTrans" presStyleCnt="0"/>
      <dgm:spPr/>
    </dgm:pt>
    <dgm:pt modelId="{063F35F5-6773-4551-B89B-26059C48EB1A}" type="pres">
      <dgm:prSet presAssocID="{3E8B70F1-21FB-40F8-9F4F-AB0703072D82}" presName="node" presStyleLbl="node1" presStyleIdx="1" presStyleCnt="8">
        <dgm:presLayoutVars>
          <dgm:bulletEnabled val="1"/>
        </dgm:presLayoutVars>
      </dgm:prSet>
      <dgm:spPr/>
    </dgm:pt>
    <dgm:pt modelId="{27EC86F3-68AC-413E-B051-BA524465C767}" type="pres">
      <dgm:prSet presAssocID="{C6DE4DFC-5E4E-497A-91DD-9A1E49D9467F}" presName="sibTrans" presStyleCnt="0"/>
      <dgm:spPr/>
    </dgm:pt>
    <dgm:pt modelId="{9EEC9A2F-24F1-4459-9FFA-0EBE24DFD24E}" type="pres">
      <dgm:prSet presAssocID="{5C39FF58-F796-48C2-AF06-64B5932ED103}" presName="node" presStyleLbl="node1" presStyleIdx="2" presStyleCnt="8">
        <dgm:presLayoutVars>
          <dgm:bulletEnabled val="1"/>
        </dgm:presLayoutVars>
      </dgm:prSet>
      <dgm:spPr/>
    </dgm:pt>
    <dgm:pt modelId="{5F55D01E-D77D-476A-99F7-2B673161EE3D}" type="pres">
      <dgm:prSet presAssocID="{6639D09C-943D-45E9-BC59-CE4328570D6A}" presName="sibTrans" presStyleCnt="0"/>
      <dgm:spPr/>
    </dgm:pt>
    <dgm:pt modelId="{FB3D9F98-9975-45A8-BEA0-5B49F043C364}" type="pres">
      <dgm:prSet presAssocID="{BE6146F3-BD1A-41D9-8C32-049805A61AA8}" presName="node" presStyleLbl="node1" presStyleIdx="3" presStyleCnt="8">
        <dgm:presLayoutVars>
          <dgm:bulletEnabled val="1"/>
        </dgm:presLayoutVars>
      </dgm:prSet>
      <dgm:spPr/>
    </dgm:pt>
    <dgm:pt modelId="{AFA79C84-80C1-4EF2-B751-EB26D405871A}" type="pres">
      <dgm:prSet presAssocID="{4843ABA5-5FDB-4D63-95DF-799A67EF5BC5}" presName="sibTrans" presStyleCnt="0"/>
      <dgm:spPr/>
    </dgm:pt>
    <dgm:pt modelId="{F4400C26-A839-467C-A126-B7A6C6B3A9FC}" type="pres">
      <dgm:prSet presAssocID="{D7FA053B-5B40-456D-9085-A6DC219F7BB9}" presName="node" presStyleLbl="node1" presStyleIdx="4" presStyleCnt="8">
        <dgm:presLayoutVars>
          <dgm:bulletEnabled val="1"/>
        </dgm:presLayoutVars>
      </dgm:prSet>
      <dgm:spPr/>
    </dgm:pt>
    <dgm:pt modelId="{5ECBA4CA-91B7-479A-9D36-2DBD52F1DA7C}" type="pres">
      <dgm:prSet presAssocID="{EFA4A722-C51D-4466-9E8C-254FB31A63E4}" presName="sibTrans" presStyleCnt="0"/>
      <dgm:spPr/>
    </dgm:pt>
    <dgm:pt modelId="{E6A9B382-4BB1-405F-A0F2-75522089E8A7}" type="pres">
      <dgm:prSet presAssocID="{1B4F531B-F966-4FEE-9CC6-FD2D79A82E1F}" presName="node" presStyleLbl="node1" presStyleIdx="5" presStyleCnt="8">
        <dgm:presLayoutVars>
          <dgm:bulletEnabled val="1"/>
        </dgm:presLayoutVars>
      </dgm:prSet>
      <dgm:spPr/>
    </dgm:pt>
    <dgm:pt modelId="{16F67727-F663-4947-92E1-8DDA80FC0335}" type="pres">
      <dgm:prSet presAssocID="{9FE6D3CA-9FAB-427A-A8DE-DEF13181D9C8}" presName="sibTrans" presStyleCnt="0"/>
      <dgm:spPr/>
    </dgm:pt>
    <dgm:pt modelId="{33E3B905-318A-4FED-885B-069D7689CF43}" type="pres">
      <dgm:prSet presAssocID="{40648C01-7C4E-4722-8A4A-803D6A172FDA}" presName="node" presStyleLbl="node1" presStyleIdx="6" presStyleCnt="8">
        <dgm:presLayoutVars>
          <dgm:bulletEnabled val="1"/>
        </dgm:presLayoutVars>
      </dgm:prSet>
      <dgm:spPr/>
    </dgm:pt>
    <dgm:pt modelId="{085EFB9E-D1D6-45F3-9EEA-7B712301B421}" type="pres">
      <dgm:prSet presAssocID="{4D088210-3466-42CE-A691-EEE256D06761}" presName="sibTrans" presStyleCnt="0"/>
      <dgm:spPr/>
    </dgm:pt>
    <dgm:pt modelId="{6B84F182-9B36-4577-B6D2-AE7418C828F7}" type="pres">
      <dgm:prSet presAssocID="{D7842150-43C9-4E86-9D40-11592750C072}" presName="node" presStyleLbl="node1" presStyleIdx="7" presStyleCnt="8">
        <dgm:presLayoutVars>
          <dgm:bulletEnabled val="1"/>
        </dgm:presLayoutVars>
      </dgm:prSet>
      <dgm:spPr/>
    </dgm:pt>
  </dgm:ptLst>
  <dgm:cxnLst>
    <dgm:cxn modelId="{FF074B05-0931-4B27-913E-22A8D911F630}" type="presOf" srcId="{3E8B70F1-21FB-40F8-9F4F-AB0703072D82}" destId="{063F35F5-6773-4551-B89B-26059C48EB1A}" srcOrd="0" destOrd="0" presId="urn:microsoft.com/office/officeart/2005/8/layout/default"/>
    <dgm:cxn modelId="{715EAB09-A29D-460A-974C-CA6F3F11591D}" type="presOf" srcId="{D7FA053B-5B40-456D-9085-A6DC219F7BB9}" destId="{F4400C26-A839-467C-A126-B7A6C6B3A9FC}" srcOrd="0" destOrd="0" presId="urn:microsoft.com/office/officeart/2005/8/layout/default"/>
    <dgm:cxn modelId="{B10AA80D-FEE6-40A2-9C59-2BA00F8DD68B}" type="presOf" srcId="{40648C01-7C4E-4722-8A4A-803D6A172FDA}" destId="{33E3B905-318A-4FED-885B-069D7689CF43}" srcOrd="0" destOrd="0" presId="urn:microsoft.com/office/officeart/2005/8/layout/default"/>
    <dgm:cxn modelId="{DC7EAB3F-D64C-4B6C-A136-AC9CB4946BA0}" srcId="{DC315C4E-F0D8-47A3-801B-CC137F3009B9}" destId="{D7842150-43C9-4E86-9D40-11592750C072}" srcOrd="7" destOrd="0" parTransId="{3CFB8BFA-AB06-4893-BE68-3F1958E2565E}" sibTransId="{99956F15-7396-4F10-A0FE-6B551148604B}"/>
    <dgm:cxn modelId="{02ABC75E-3EE0-4AA5-A837-028D9DCB117E}" type="presOf" srcId="{BE6146F3-BD1A-41D9-8C32-049805A61AA8}" destId="{FB3D9F98-9975-45A8-BEA0-5B49F043C364}" srcOrd="0" destOrd="0" presId="urn:microsoft.com/office/officeart/2005/8/layout/default"/>
    <dgm:cxn modelId="{1B1C7067-6360-4927-8EE8-B3A388E89AF2}" type="presOf" srcId="{73FA086E-B67D-4A92-85D7-33EDF95C6F6B}" destId="{C53E4804-1A26-4E9B-94F2-60DF11DE784B}" srcOrd="0" destOrd="0" presId="urn:microsoft.com/office/officeart/2005/8/layout/default"/>
    <dgm:cxn modelId="{6CD7B96B-B34F-4596-B754-324FD73BA3B2}" type="presOf" srcId="{DC315C4E-F0D8-47A3-801B-CC137F3009B9}" destId="{ED96DD04-DB91-4276-A833-669EAD9F11E8}" srcOrd="0" destOrd="0" presId="urn:microsoft.com/office/officeart/2005/8/layout/default"/>
    <dgm:cxn modelId="{C25CEC50-A461-47B8-9CAC-278D52CC0899}" type="presOf" srcId="{D7842150-43C9-4E86-9D40-11592750C072}" destId="{6B84F182-9B36-4577-B6D2-AE7418C828F7}" srcOrd="0" destOrd="0" presId="urn:microsoft.com/office/officeart/2005/8/layout/default"/>
    <dgm:cxn modelId="{FAAC5D74-505B-44B6-A578-1F1B8D393B14}" srcId="{DC315C4E-F0D8-47A3-801B-CC137F3009B9}" destId="{BE6146F3-BD1A-41D9-8C32-049805A61AA8}" srcOrd="3" destOrd="0" parTransId="{2A37A631-FAE7-4DCC-8BEE-957021E2684E}" sibTransId="{4843ABA5-5FDB-4D63-95DF-799A67EF5BC5}"/>
    <dgm:cxn modelId="{648D8C89-2C96-483D-8A60-B6C9C7EB15FA}" srcId="{DC315C4E-F0D8-47A3-801B-CC137F3009B9}" destId="{5C39FF58-F796-48C2-AF06-64B5932ED103}" srcOrd="2" destOrd="0" parTransId="{F00FBB9A-81B0-453A-801C-7842083DB739}" sibTransId="{6639D09C-943D-45E9-BC59-CE4328570D6A}"/>
    <dgm:cxn modelId="{3692108D-B979-4D4C-ACCC-A59506261940}" srcId="{DC315C4E-F0D8-47A3-801B-CC137F3009B9}" destId="{D7FA053B-5B40-456D-9085-A6DC219F7BB9}" srcOrd="4" destOrd="0" parTransId="{340E4EF8-BBB8-4C57-9BAE-59EB17720FBA}" sibTransId="{EFA4A722-C51D-4466-9E8C-254FB31A63E4}"/>
    <dgm:cxn modelId="{7771298E-F606-45F7-A4A6-2699032B018B}" srcId="{DC315C4E-F0D8-47A3-801B-CC137F3009B9}" destId="{40648C01-7C4E-4722-8A4A-803D6A172FDA}" srcOrd="6" destOrd="0" parTransId="{2B2F0A6F-5148-4246-9582-A6B5C01E7968}" sibTransId="{4D088210-3466-42CE-A691-EEE256D06761}"/>
    <dgm:cxn modelId="{1559DF9D-0E98-4C33-9B99-E6B745003B15}" type="presOf" srcId="{5C39FF58-F796-48C2-AF06-64B5932ED103}" destId="{9EEC9A2F-24F1-4459-9FFA-0EBE24DFD24E}" srcOrd="0" destOrd="0" presId="urn:microsoft.com/office/officeart/2005/8/layout/default"/>
    <dgm:cxn modelId="{22FC51A3-0745-40B6-B7D8-51F138F7260A}" type="presOf" srcId="{1B4F531B-F966-4FEE-9CC6-FD2D79A82E1F}" destId="{E6A9B382-4BB1-405F-A0F2-75522089E8A7}" srcOrd="0" destOrd="0" presId="urn:microsoft.com/office/officeart/2005/8/layout/default"/>
    <dgm:cxn modelId="{231900A6-F485-491D-8FD1-BC22D8FECAB7}" srcId="{DC315C4E-F0D8-47A3-801B-CC137F3009B9}" destId="{3E8B70F1-21FB-40F8-9F4F-AB0703072D82}" srcOrd="1" destOrd="0" parTransId="{8B0B3B70-AEDD-43A1-81AD-4715CA8A5B68}" sibTransId="{C6DE4DFC-5E4E-497A-91DD-9A1E49D9467F}"/>
    <dgm:cxn modelId="{D506D8C6-B285-4C4B-92C7-1A926A222B2A}" srcId="{DC315C4E-F0D8-47A3-801B-CC137F3009B9}" destId="{73FA086E-B67D-4A92-85D7-33EDF95C6F6B}" srcOrd="0" destOrd="0" parTransId="{CD71FABA-F974-40C1-832B-3433E61379E1}" sibTransId="{BDF78691-D416-4EFF-B9D6-057B55D0770D}"/>
    <dgm:cxn modelId="{5FEF81D7-C6B0-4BF2-96DE-F1A55D8C3586}" srcId="{DC315C4E-F0D8-47A3-801B-CC137F3009B9}" destId="{1B4F531B-F966-4FEE-9CC6-FD2D79A82E1F}" srcOrd="5" destOrd="0" parTransId="{B1D4A624-3EB0-4D36-9E6C-819E356E5573}" sibTransId="{9FE6D3CA-9FAB-427A-A8DE-DEF13181D9C8}"/>
    <dgm:cxn modelId="{510ECF7A-F3E2-4154-95D5-AB6A88995AF8}" type="presParOf" srcId="{ED96DD04-DB91-4276-A833-669EAD9F11E8}" destId="{C53E4804-1A26-4E9B-94F2-60DF11DE784B}" srcOrd="0" destOrd="0" presId="urn:microsoft.com/office/officeart/2005/8/layout/default"/>
    <dgm:cxn modelId="{1B728B18-80BE-4ECF-8DC6-7BD8DEB678E3}" type="presParOf" srcId="{ED96DD04-DB91-4276-A833-669EAD9F11E8}" destId="{C0EA46A7-1886-4EB6-9D09-86D5AC5D874D}" srcOrd="1" destOrd="0" presId="urn:microsoft.com/office/officeart/2005/8/layout/default"/>
    <dgm:cxn modelId="{EFFC883F-B803-4EDC-A2E0-CFC7D4628CD6}" type="presParOf" srcId="{ED96DD04-DB91-4276-A833-669EAD9F11E8}" destId="{063F35F5-6773-4551-B89B-26059C48EB1A}" srcOrd="2" destOrd="0" presId="urn:microsoft.com/office/officeart/2005/8/layout/default"/>
    <dgm:cxn modelId="{74328DF8-6270-406B-939A-6E3C5F69BBEB}" type="presParOf" srcId="{ED96DD04-DB91-4276-A833-669EAD9F11E8}" destId="{27EC86F3-68AC-413E-B051-BA524465C767}" srcOrd="3" destOrd="0" presId="urn:microsoft.com/office/officeart/2005/8/layout/default"/>
    <dgm:cxn modelId="{76EF0BD7-9B48-4CFD-9FC3-EE121B1499AF}" type="presParOf" srcId="{ED96DD04-DB91-4276-A833-669EAD9F11E8}" destId="{9EEC9A2F-24F1-4459-9FFA-0EBE24DFD24E}" srcOrd="4" destOrd="0" presId="urn:microsoft.com/office/officeart/2005/8/layout/default"/>
    <dgm:cxn modelId="{D396C53D-47C6-440A-85FF-B9D2C91D27FA}" type="presParOf" srcId="{ED96DD04-DB91-4276-A833-669EAD9F11E8}" destId="{5F55D01E-D77D-476A-99F7-2B673161EE3D}" srcOrd="5" destOrd="0" presId="urn:microsoft.com/office/officeart/2005/8/layout/default"/>
    <dgm:cxn modelId="{85B70F82-383D-4B1B-8019-EFBD4C2D4136}" type="presParOf" srcId="{ED96DD04-DB91-4276-A833-669EAD9F11E8}" destId="{FB3D9F98-9975-45A8-BEA0-5B49F043C364}" srcOrd="6" destOrd="0" presId="urn:microsoft.com/office/officeart/2005/8/layout/default"/>
    <dgm:cxn modelId="{0C4B8C6E-F708-4579-9115-BF6CEC24FC8F}" type="presParOf" srcId="{ED96DD04-DB91-4276-A833-669EAD9F11E8}" destId="{AFA79C84-80C1-4EF2-B751-EB26D405871A}" srcOrd="7" destOrd="0" presId="urn:microsoft.com/office/officeart/2005/8/layout/default"/>
    <dgm:cxn modelId="{978DC605-AB3F-4519-B7D6-B873528E9C1F}" type="presParOf" srcId="{ED96DD04-DB91-4276-A833-669EAD9F11E8}" destId="{F4400C26-A839-467C-A126-B7A6C6B3A9FC}" srcOrd="8" destOrd="0" presId="urn:microsoft.com/office/officeart/2005/8/layout/default"/>
    <dgm:cxn modelId="{E3060E55-BC03-4676-B224-0CE3D1004B92}" type="presParOf" srcId="{ED96DD04-DB91-4276-A833-669EAD9F11E8}" destId="{5ECBA4CA-91B7-479A-9D36-2DBD52F1DA7C}" srcOrd="9" destOrd="0" presId="urn:microsoft.com/office/officeart/2005/8/layout/default"/>
    <dgm:cxn modelId="{120A2D7B-3313-4864-9BE2-777DF7A22C95}" type="presParOf" srcId="{ED96DD04-DB91-4276-A833-669EAD9F11E8}" destId="{E6A9B382-4BB1-405F-A0F2-75522089E8A7}" srcOrd="10" destOrd="0" presId="urn:microsoft.com/office/officeart/2005/8/layout/default"/>
    <dgm:cxn modelId="{C36A3711-5A4C-4434-9F96-862A32868C60}" type="presParOf" srcId="{ED96DD04-DB91-4276-A833-669EAD9F11E8}" destId="{16F67727-F663-4947-92E1-8DDA80FC0335}" srcOrd="11" destOrd="0" presId="urn:microsoft.com/office/officeart/2005/8/layout/default"/>
    <dgm:cxn modelId="{7CE45099-66C6-482B-8FDC-1EE503D0BAA2}" type="presParOf" srcId="{ED96DD04-DB91-4276-A833-669EAD9F11E8}" destId="{33E3B905-318A-4FED-885B-069D7689CF43}" srcOrd="12" destOrd="0" presId="urn:microsoft.com/office/officeart/2005/8/layout/default"/>
    <dgm:cxn modelId="{3DBB8AAA-BB99-4267-9E90-C4113E29AA13}" type="presParOf" srcId="{ED96DD04-DB91-4276-A833-669EAD9F11E8}" destId="{085EFB9E-D1D6-45F3-9EEA-7B712301B421}" srcOrd="13" destOrd="0" presId="urn:microsoft.com/office/officeart/2005/8/layout/default"/>
    <dgm:cxn modelId="{56F3497C-AD98-42DF-969B-12BB0284C5A2}" type="presParOf" srcId="{ED96DD04-DB91-4276-A833-669EAD9F11E8}" destId="{6B84F182-9B36-4577-B6D2-AE7418C828F7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3FE7976-AEA0-45A2-A6B0-55489DB4F18C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12EC5DE-DBB0-402D-9FBF-8C3C85FD9B2B}">
      <dgm:prSet/>
      <dgm:spPr/>
      <dgm:t>
        <a:bodyPr/>
        <a:lstStyle/>
        <a:p>
          <a:r>
            <a:rPr lang="en-US"/>
            <a:t>Đề tài đã xây dựng thành công hệ thống</a:t>
          </a:r>
        </a:p>
      </dgm:t>
    </dgm:pt>
    <dgm:pt modelId="{35ACD1F5-3E23-4FBD-8B45-B44AC97C9F7B}" type="parTrans" cxnId="{E4D7A897-BD39-480E-A111-E94AC0F5BFDB}">
      <dgm:prSet/>
      <dgm:spPr/>
      <dgm:t>
        <a:bodyPr/>
        <a:lstStyle/>
        <a:p>
          <a:endParaRPr lang="en-US"/>
        </a:p>
      </dgm:t>
    </dgm:pt>
    <dgm:pt modelId="{6B9CF899-949D-4D83-A20F-89406E421470}" type="sibTrans" cxnId="{E4D7A897-BD39-480E-A111-E94AC0F5BFDB}">
      <dgm:prSet/>
      <dgm:spPr/>
      <dgm:t>
        <a:bodyPr/>
        <a:lstStyle/>
        <a:p>
          <a:endParaRPr lang="en-US"/>
        </a:p>
      </dgm:t>
    </dgm:pt>
    <dgm:pt modelId="{C13043AF-9DC1-432F-9423-D7ADBAF0F835}">
      <dgm:prSet/>
      <dgm:spPr/>
      <dgm:t>
        <a:bodyPr/>
        <a:lstStyle/>
        <a:p>
          <a:r>
            <a:rPr lang="en-US"/>
            <a:t>Quản lý khách sạn </a:t>
          </a:r>
        </a:p>
      </dgm:t>
    </dgm:pt>
    <dgm:pt modelId="{0F5A83F0-620E-4333-A584-913FDED92D6A}" type="parTrans" cxnId="{36193343-2489-4BAF-961C-00E25A030F2E}">
      <dgm:prSet/>
      <dgm:spPr/>
      <dgm:t>
        <a:bodyPr/>
        <a:lstStyle/>
        <a:p>
          <a:endParaRPr lang="en-US"/>
        </a:p>
      </dgm:t>
    </dgm:pt>
    <dgm:pt modelId="{6284E57E-F8D5-49E6-B867-21C7E7DD6E17}" type="sibTrans" cxnId="{36193343-2489-4BAF-961C-00E25A030F2E}">
      <dgm:prSet/>
      <dgm:spPr/>
      <dgm:t>
        <a:bodyPr/>
        <a:lstStyle/>
        <a:p>
          <a:endParaRPr lang="en-US"/>
        </a:p>
      </dgm:t>
    </dgm:pt>
    <dgm:pt modelId="{D146DB63-21D6-46D8-AFEC-DCA00E30D16F}">
      <dgm:prSet/>
      <dgm:spPr/>
      <dgm:t>
        <a:bodyPr/>
        <a:lstStyle/>
        <a:p>
          <a:r>
            <a:rPr lang="en-US"/>
            <a:t>Đặt phòng trực tuyến </a:t>
          </a:r>
        </a:p>
      </dgm:t>
    </dgm:pt>
    <dgm:pt modelId="{857B861A-A4A4-42B2-BA62-EDCEA42AEB1C}" type="parTrans" cxnId="{A357E48A-1D48-4A1C-A4D0-17D55AFBC0FD}">
      <dgm:prSet/>
      <dgm:spPr/>
      <dgm:t>
        <a:bodyPr/>
        <a:lstStyle/>
        <a:p>
          <a:endParaRPr lang="en-US"/>
        </a:p>
      </dgm:t>
    </dgm:pt>
    <dgm:pt modelId="{648D5752-EB51-4E8E-BB48-A03F1F0C2B12}" type="sibTrans" cxnId="{A357E48A-1D48-4A1C-A4D0-17D55AFBC0FD}">
      <dgm:prSet/>
      <dgm:spPr/>
      <dgm:t>
        <a:bodyPr/>
        <a:lstStyle/>
        <a:p>
          <a:endParaRPr lang="en-US"/>
        </a:p>
      </dgm:t>
    </dgm:pt>
    <dgm:pt modelId="{615D9244-2054-43D0-8DCA-F2AA64C3E980}">
      <dgm:prSet/>
      <dgm:spPr/>
      <dgm:t>
        <a:bodyPr/>
        <a:lstStyle/>
        <a:p>
          <a:r>
            <a:rPr lang="en-US"/>
            <a:t>Tìm kiếm khách sạn </a:t>
          </a:r>
        </a:p>
      </dgm:t>
    </dgm:pt>
    <dgm:pt modelId="{39C193C7-7D68-47CE-A77E-8D6B5A30338A}" type="parTrans" cxnId="{39C785B5-39DD-4DC0-BBF0-C9D2FF153669}">
      <dgm:prSet/>
      <dgm:spPr/>
      <dgm:t>
        <a:bodyPr/>
        <a:lstStyle/>
        <a:p>
          <a:endParaRPr lang="en-US"/>
        </a:p>
      </dgm:t>
    </dgm:pt>
    <dgm:pt modelId="{352AA5CC-3E63-4880-8F4C-C99928A5D6EB}" type="sibTrans" cxnId="{39C785B5-39DD-4DC0-BBF0-C9D2FF153669}">
      <dgm:prSet/>
      <dgm:spPr/>
      <dgm:t>
        <a:bodyPr/>
        <a:lstStyle/>
        <a:p>
          <a:endParaRPr lang="en-US"/>
        </a:p>
      </dgm:t>
    </dgm:pt>
    <dgm:pt modelId="{A440F33C-A85B-4C20-AAA5-137F6380B2D2}">
      <dgm:prSet/>
      <dgm:spPr/>
      <dgm:t>
        <a:bodyPr/>
        <a:lstStyle/>
        <a:p>
          <a:r>
            <a:rPr lang="en-US"/>
            <a:t>Gợi ý khách sạn cá nhân hóa </a:t>
          </a:r>
        </a:p>
      </dgm:t>
    </dgm:pt>
    <dgm:pt modelId="{5BDE9A42-0D10-4A99-ACBC-2A1348648660}" type="parTrans" cxnId="{61B1BF2B-C04D-4A95-AEB9-60CCD31C2B3A}">
      <dgm:prSet/>
      <dgm:spPr/>
      <dgm:t>
        <a:bodyPr/>
        <a:lstStyle/>
        <a:p>
          <a:endParaRPr lang="en-US"/>
        </a:p>
      </dgm:t>
    </dgm:pt>
    <dgm:pt modelId="{C6919018-A4CB-49CA-A289-F1339E9924EE}" type="sibTrans" cxnId="{61B1BF2B-C04D-4A95-AEB9-60CCD31C2B3A}">
      <dgm:prSet/>
      <dgm:spPr/>
      <dgm:t>
        <a:bodyPr/>
        <a:lstStyle/>
        <a:p>
          <a:endParaRPr lang="en-US"/>
        </a:p>
      </dgm:t>
    </dgm:pt>
    <dgm:pt modelId="{FE9C01E3-DBB0-47BF-B9C8-EE9001930E61}" type="pres">
      <dgm:prSet presAssocID="{83FE7976-AEA0-45A2-A6B0-55489DB4F18C}" presName="linear" presStyleCnt="0">
        <dgm:presLayoutVars>
          <dgm:animLvl val="lvl"/>
          <dgm:resizeHandles val="exact"/>
        </dgm:presLayoutVars>
      </dgm:prSet>
      <dgm:spPr/>
    </dgm:pt>
    <dgm:pt modelId="{B5B4F9DF-0ABB-4A4B-ADF5-D27EB5340BBC}" type="pres">
      <dgm:prSet presAssocID="{C12EC5DE-DBB0-402D-9FBF-8C3C85FD9B2B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711ED403-7D60-4143-A017-2BB30E3A440B}" type="pres">
      <dgm:prSet presAssocID="{6B9CF899-949D-4D83-A20F-89406E421470}" presName="spacer" presStyleCnt="0"/>
      <dgm:spPr/>
    </dgm:pt>
    <dgm:pt modelId="{CD628C91-38FC-46A1-8500-80A787474B00}" type="pres">
      <dgm:prSet presAssocID="{C13043AF-9DC1-432F-9423-D7ADBAF0F835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83F0E6D1-73C4-4DE1-89B8-594EA2E1F51B}" type="pres">
      <dgm:prSet presAssocID="{6284E57E-F8D5-49E6-B867-21C7E7DD6E17}" presName="spacer" presStyleCnt="0"/>
      <dgm:spPr/>
    </dgm:pt>
    <dgm:pt modelId="{28DAEFE0-F3AF-4EF7-ACB4-A464A254C943}" type="pres">
      <dgm:prSet presAssocID="{D146DB63-21D6-46D8-AFEC-DCA00E30D16F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58739D7A-9D05-486D-9FA4-350B1F13AF14}" type="pres">
      <dgm:prSet presAssocID="{648D5752-EB51-4E8E-BB48-A03F1F0C2B12}" presName="spacer" presStyleCnt="0"/>
      <dgm:spPr/>
    </dgm:pt>
    <dgm:pt modelId="{BAC938CC-F54D-44DF-A509-2E6D16612ABE}" type="pres">
      <dgm:prSet presAssocID="{615D9244-2054-43D0-8DCA-F2AA64C3E980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DA2BC81B-32D5-4BC2-86CE-70803B9DC419}" type="pres">
      <dgm:prSet presAssocID="{352AA5CC-3E63-4880-8F4C-C99928A5D6EB}" presName="spacer" presStyleCnt="0"/>
      <dgm:spPr/>
    </dgm:pt>
    <dgm:pt modelId="{939FC4FF-3BA8-4E0E-9543-114A0BBFBF12}" type="pres">
      <dgm:prSet presAssocID="{A440F33C-A85B-4C20-AAA5-137F6380B2D2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B082F60B-4102-49DE-A7BB-FF407A295913}" type="presOf" srcId="{615D9244-2054-43D0-8DCA-F2AA64C3E980}" destId="{BAC938CC-F54D-44DF-A509-2E6D16612ABE}" srcOrd="0" destOrd="0" presId="urn:microsoft.com/office/officeart/2005/8/layout/vList2"/>
    <dgm:cxn modelId="{61B1BF2B-C04D-4A95-AEB9-60CCD31C2B3A}" srcId="{83FE7976-AEA0-45A2-A6B0-55489DB4F18C}" destId="{A440F33C-A85B-4C20-AAA5-137F6380B2D2}" srcOrd="4" destOrd="0" parTransId="{5BDE9A42-0D10-4A99-ACBC-2A1348648660}" sibTransId="{C6919018-A4CB-49CA-A289-F1339E9924EE}"/>
    <dgm:cxn modelId="{36193343-2489-4BAF-961C-00E25A030F2E}" srcId="{83FE7976-AEA0-45A2-A6B0-55489DB4F18C}" destId="{C13043AF-9DC1-432F-9423-D7ADBAF0F835}" srcOrd="1" destOrd="0" parTransId="{0F5A83F0-620E-4333-A584-913FDED92D6A}" sibTransId="{6284E57E-F8D5-49E6-B867-21C7E7DD6E17}"/>
    <dgm:cxn modelId="{A357E48A-1D48-4A1C-A4D0-17D55AFBC0FD}" srcId="{83FE7976-AEA0-45A2-A6B0-55489DB4F18C}" destId="{D146DB63-21D6-46D8-AFEC-DCA00E30D16F}" srcOrd="2" destOrd="0" parTransId="{857B861A-A4A4-42B2-BA62-EDCEA42AEB1C}" sibTransId="{648D5752-EB51-4E8E-BB48-A03F1F0C2B12}"/>
    <dgm:cxn modelId="{4CBEE98E-6497-4EF5-B2C6-AB4DB3084B1F}" type="presOf" srcId="{C13043AF-9DC1-432F-9423-D7ADBAF0F835}" destId="{CD628C91-38FC-46A1-8500-80A787474B00}" srcOrd="0" destOrd="0" presId="urn:microsoft.com/office/officeart/2005/8/layout/vList2"/>
    <dgm:cxn modelId="{85269E97-7DAB-4ACD-AEDD-BE23FEB55F53}" type="presOf" srcId="{83FE7976-AEA0-45A2-A6B0-55489DB4F18C}" destId="{FE9C01E3-DBB0-47BF-B9C8-EE9001930E61}" srcOrd="0" destOrd="0" presId="urn:microsoft.com/office/officeart/2005/8/layout/vList2"/>
    <dgm:cxn modelId="{E4D7A897-BD39-480E-A111-E94AC0F5BFDB}" srcId="{83FE7976-AEA0-45A2-A6B0-55489DB4F18C}" destId="{C12EC5DE-DBB0-402D-9FBF-8C3C85FD9B2B}" srcOrd="0" destOrd="0" parTransId="{35ACD1F5-3E23-4FBD-8B45-B44AC97C9F7B}" sibTransId="{6B9CF899-949D-4D83-A20F-89406E421470}"/>
    <dgm:cxn modelId="{F1CD129E-D1F7-44BB-8EE5-288B107730A9}" type="presOf" srcId="{A440F33C-A85B-4C20-AAA5-137F6380B2D2}" destId="{939FC4FF-3BA8-4E0E-9543-114A0BBFBF12}" srcOrd="0" destOrd="0" presId="urn:microsoft.com/office/officeart/2005/8/layout/vList2"/>
    <dgm:cxn modelId="{5000BFAB-DED3-42EA-8010-0ADF580B118E}" type="presOf" srcId="{C12EC5DE-DBB0-402D-9FBF-8C3C85FD9B2B}" destId="{B5B4F9DF-0ABB-4A4B-ADF5-D27EB5340BBC}" srcOrd="0" destOrd="0" presId="urn:microsoft.com/office/officeart/2005/8/layout/vList2"/>
    <dgm:cxn modelId="{39C785B5-39DD-4DC0-BBF0-C9D2FF153669}" srcId="{83FE7976-AEA0-45A2-A6B0-55489DB4F18C}" destId="{615D9244-2054-43D0-8DCA-F2AA64C3E980}" srcOrd="3" destOrd="0" parTransId="{39C193C7-7D68-47CE-A77E-8D6B5A30338A}" sibTransId="{352AA5CC-3E63-4880-8F4C-C99928A5D6EB}"/>
    <dgm:cxn modelId="{5CD4E5C6-8201-45BA-9CD5-DAB949D42F68}" type="presOf" srcId="{D146DB63-21D6-46D8-AFEC-DCA00E30D16F}" destId="{28DAEFE0-F3AF-4EF7-ACB4-A464A254C943}" srcOrd="0" destOrd="0" presId="urn:microsoft.com/office/officeart/2005/8/layout/vList2"/>
    <dgm:cxn modelId="{AE75C38B-D577-4C11-96A4-3ABFA837A726}" type="presParOf" srcId="{FE9C01E3-DBB0-47BF-B9C8-EE9001930E61}" destId="{B5B4F9DF-0ABB-4A4B-ADF5-D27EB5340BBC}" srcOrd="0" destOrd="0" presId="urn:microsoft.com/office/officeart/2005/8/layout/vList2"/>
    <dgm:cxn modelId="{3C7CB214-B159-4B90-A186-14EB3B938970}" type="presParOf" srcId="{FE9C01E3-DBB0-47BF-B9C8-EE9001930E61}" destId="{711ED403-7D60-4143-A017-2BB30E3A440B}" srcOrd="1" destOrd="0" presId="urn:microsoft.com/office/officeart/2005/8/layout/vList2"/>
    <dgm:cxn modelId="{6F895648-1D22-4E96-B106-F48BAB7BCAE5}" type="presParOf" srcId="{FE9C01E3-DBB0-47BF-B9C8-EE9001930E61}" destId="{CD628C91-38FC-46A1-8500-80A787474B00}" srcOrd="2" destOrd="0" presId="urn:microsoft.com/office/officeart/2005/8/layout/vList2"/>
    <dgm:cxn modelId="{0CB3AF90-8C29-4491-8C93-02F960599694}" type="presParOf" srcId="{FE9C01E3-DBB0-47BF-B9C8-EE9001930E61}" destId="{83F0E6D1-73C4-4DE1-89B8-594EA2E1F51B}" srcOrd="3" destOrd="0" presId="urn:microsoft.com/office/officeart/2005/8/layout/vList2"/>
    <dgm:cxn modelId="{4551A0A5-2634-4970-A294-F31E55A0F7C6}" type="presParOf" srcId="{FE9C01E3-DBB0-47BF-B9C8-EE9001930E61}" destId="{28DAEFE0-F3AF-4EF7-ACB4-A464A254C943}" srcOrd="4" destOrd="0" presId="urn:microsoft.com/office/officeart/2005/8/layout/vList2"/>
    <dgm:cxn modelId="{B88C1C05-2541-4FF0-A995-60451E283CDA}" type="presParOf" srcId="{FE9C01E3-DBB0-47BF-B9C8-EE9001930E61}" destId="{58739D7A-9D05-486D-9FA4-350B1F13AF14}" srcOrd="5" destOrd="0" presId="urn:microsoft.com/office/officeart/2005/8/layout/vList2"/>
    <dgm:cxn modelId="{51E0B809-84A9-4F7B-9D21-6ACC94BB0A2B}" type="presParOf" srcId="{FE9C01E3-DBB0-47BF-B9C8-EE9001930E61}" destId="{BAC938CC-F54D-44DF-A509-2E6D16612ABE}" srcOrd="6" destOrd="0" presId="urn:microsoft.com/office/officeart/2005/8/layout/vList2"/>
    <dgm:cxn modelId="{42F9B880-F407-47E1-91D7-77D0EB65CF15}" type="presParOf" srcId="{FE9C01E3-DBB0-47BF-B9C8-EE9001930E61}" destId="{DA2BC81B-32D5-4BC2-86CE-70803B9DC419}" srcOrd="7" destOrd="0" presId="urn:microsoft.com/office/officeart/2005/8/layout/vList2"/>
    <dgm:cxn modelId="{84EDFC83-2521-4150-AAC7-685B41B80EAC}" type="presParOf" srcId="{FE9C01E3-DBB0-47BF-B9C8-EE9001930E61}" destId="{939FC4FF-3BA8-4E0E-9543-114A0BBFBF12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C8C35B-6BB5-49CE-BCC2-5D78E190D785}">
      <dsp:nvSpPr>
        <dsp:cNvPr id="0" name=""/>
        <dsp:cNvSpPr/>
      </dsp:nvSpPr>
      <dsp:spPr>
        <a:xfrm>
          <a:off x="2938" y="349499"/>
          <a:ext cx="1590887" cy="9545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Frontend</a:t>
          </a:r>
        </a:p>
      </dsp:txBody>
      <dsp:txXfrm>
        <a:off x="2938" y="349499"/>
        <a:ext cx="1590887" cy="954532"/>
      </dsp:txXfrm>
    </dsp:sp>
    <dsp:sp modelId="{F58DEE71-7953-48A0-AD08-DB7F99048CB8}">
      <dsp:nvSpPr>
        <dsp:cNvPr id="0" name=""/>
        <dsp:cNvSpPr/>
      </dsp:nvSpPr>
      <dsp:spPr>
        <a:xfrm>
          <a:off x="1752914" y="349499"/>
          <a:ext cx="1590887" cy="9545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HTML5 </a:t>
          </a:r>
        </a:p>
      </dsp:txBody>
      <dsp:txXfrm>
        <a:off x="1752914" y="349499"/>
        <a:ext cx="1590887" cy="954532"/>
      </dsp:txXfrm>
    </dsp:sp>
    <dsp:sp modelId="{F956C1AC-9CE1-4099-A0F7-AB813A0D4F3A}">
      <dsp:nvSpPr>
        <dsp:cNvPr id="0" name=""/>
        <dsp:cNvSpPr/>
      </dsp:nvSpPr>
      <dsp:spPr>
        <a:xfrm>
          <a:off x="3502890" y="349499"/>
          <a:ext cx="1590887" cy="9545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CSS3 </a:t>
          </a:r>
        </a:p>
      </dsp:txBody>
      <dsp:txXfrm>
        <a:off x="3502890" y="349499"/>
        <a:ext cx="1590887" cy="954532"/>
      </dsp:txXfrm>
    </dsp:sp>
    <dsp:sp modelId="{BE11C96E-B50A-4251-9B25-EB58EC4BCD64}">
      <dsp:nvSpPr>
        <dsp:cNvPr id="0" name=""/>
        <dsp:cNvSpPr/>
      </dsp:nvSpPr>
      <dsp:spPr>
        <a:xfrm>
          <a:off x="5252866" y="349499"/>
          <a:ext cx="1590887" cy="9545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JavaScript </a:t>
          </a:r>
        </a:p>
      </dsp:txBody>
      <dsp:txXfrm>
        <a:off x="5252866" y="349499"/>
        <a:ext cx="1590887" cy="954532"/>
      </dsp:txXfrm>
    </dsp:sp>
    <dsp:sp modelId="{3156D2BF-788E-414C-89C4-773022D8171A}">
      <dsp:nvSpPr>
        <dsp:cNvPr id="0" name=""/>
        <dsp:cNvSpPr/>
      </dsp:nvSpPr>
      <dsp:spPr>
        <a:xfrm>
          <a:off x="7002842" y="349499"/>
          <a:ext cx="1590887" cy="9545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Backend</a:t>
          </a:r>
        </a:p>
      </dsp:txBody>
      <dsp:txXfrm>
        <a:off x="7002842" y="349499"/>
        <a:ext cx="1590887" cy="954532"/>
      </dsp:txXfrm>
    </dsp:sp>
    <dsp:sp modelId="{454453C1-5E29-4A9D-B780-BE44D0FB45F9}">
      <dsp:nvSpPr>
        <dsp:cNvPr id="0" name=""/>
        <dsp:cNvSpPr/>
      </dsp:nvSpPr>
      <dsp:spPr>
        <a:xfrm>
          <a:off x="2938" y="1463120"/>
          <a:ext cx="1590887" cy="9545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Node.js </a:t>
          </a:r>
        </a:p>
      </dsp:txBody>
      <dsp:txXfrm>
        <a:off x="2938" y="1463120"/>
        <a:ext cx="1590887" cy="954532"/>
      </dsp:txXfrm>
    </dsp:sp>
    <dsp:sp modelId="{65688BCA-C2CA-4935-9E4B-87C1153D4CF2}">
      <dsp:nvSpPr>
        <dsp:cNvPr id="0" name=""/>
        <dsp:cNvSpPr/>
      </dsp:nvSpPr>
      <dsp:spPr>
        <a:xfrm>
          <a:off x="1752914" y="1463120"/>
          <a:ext cx="1590887" cy="9545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ExpressJS </a:t>
          </a:r>
        </a:p>
      </dsp:txBody>
      <dsp:txXfrm>
        <a:off x="1752914" y="1463120"/>
        <a:ext cx="1590887" cy="954532"/>
      </dsp:txXfrm>
    </dsp:sp>
    <dsp:sp modelId="{7336FD90-775E-4C6D-A0A8-7B9A376DFA1F}">
      <dsp:nvSpPr>
        <dsp:cNvPr id="0" name=""/>
        <dsp:cNvSpPr/>
      </dsp:nvSpPr>
      <dsp:spPr>
        <a:xfrm>
          <a:off x="3502890" y="1463120"/>
          <a:ext cx="1590887" cy="9545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Database</a:t>
          </a:r>
        </a:p>
      </dsp:txBody>
      <dsp:txXfrm>
        <a:off x="3502890" y="1463120"/>
        <a:ext cx="1590887" cy="954532"/>
      </dsp:txXfrm>
    </dsp:sp>
    <dsp:sp modelId="{770544A6-231B-41D5-9E58-6D14CC8B3CC0}">
      <dsp:nvSpPr>
        <dsp:cNvPr id="0" name=""/>
        <dsp:cNvSpPr/>
      </dsp:nvSpPr>
      <dsp:spPr>
        <a:xfrm>
          <a:off x="5252866" y="1463120"/>
          <a:ext cx="1590887" cy="9545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MySQL </a:t>
          </a:r>
        </a:p>
      </dsp:txBody>
      <dsp:txXfrm>
        <a:off x="5252866" y="1463120"/>
        <a:ext cx="1590887" cy="954532"/>
      </dsp:txXfrm>
    </dsp:sp>
    <dsp:sp modelId="{D86D06AE-E579-4059-8413-965262497DBA}">
      <dsp:nvSpPr>
        <dsp:cNvPr id="0" name=""/>
        <dsp:cNvSpPr/>
      </dsp:nvSpPr>
      <dsp:spPr>
        <a:xfrm>
          <a:off x="7002842" y="1463120"/>
          <a:ext cx="1590887" cy="9545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Khác</a:t>
          </a:r>
        </a:p>
      </dsp:txBody>
      <dsp:txXfrm>
        <a:off x="7002842" y="1463120"/>
        <a:ext cx="1590887" cy="954532"/>
      </dsp:txXfrm>
    </dsp:sp>
    <dsp:sp modelId="{8A6A2F8C-704F-4CBF-9CAA-C53C1E0C8D58}">
      <dsp:nvSpPr>
        <dsp:cNvPr id="0" name=""/>
        <dsp:cNvSpPr/>
      </dsp:nvSpPr>
      <dsp:spPr>
        <a:xfrm>
          <a:off x="877926" y="2576741"/>
          <a:ext cx="1590887" cy="9545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JWT </a:t>
          </a:r>
        </a:p>
      </dsp:txBody>
      <dsp:txXfrm>
        <a:off x="877926" y="2576741"/>
        <a:ext cx="1590887" cy="954532"/>
      </dsp:txXfrm>
    </dsp:sp>
    <dsp:sp modelId="{E3298092-0D49-4410-AB6C-287E13BAB878}">
      <dsp:nvSpPr>
        <dsp:cNvPr id="0" name=""/>
        <dsp:cNvSpPr/>
      </dsp:nvSpPr>
      <dsp:spPr>
        <a:xfrm>
          <a:off x="2627902" y="2576741"/>
          <a:ext cx="1590887" cy="9545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Google OAuth 2.0 </a:t>
          </a:r>
        </a:p>
      </dsp:txBody>
      <dsp:txXfrm>
        <a:off x="2627902" y="2576741"/>
        <a:ext cx="1590887" cy="954532"/>
      </dsp:txXfrm>
    </dsp:sp>
    <dsp:sp modelId="{0975E7F2-5ACD-41A7-BC65-9861C8F6AC33}">
      <dsp:nvSpPr>
        <dsp:cNvPr id="0" name=""/>
        <dsp:cNvSpPr/>
      </dsp:nvSpPr>
      <dsp:spPr>
        <a:xfrm>
          <a:off x="4377878" y="2576741"/>
          <a:ext cx="1590887" cy="9545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Nodemailer </a:t>
          </a:r>
        </a:p>
      </dsp:txBody>
      <dsp:txXfrm>
        <a:off x="4377878" y="2576741"/>
        <a:ext cx="1590887" cy="954532"/>
      </dsp:txXfrm>
    </dsp:sp>
    <dsp:sp modelId="{60C54D74-4F71-4937-8A7C-671452A90B40}">
      <dsp:nvSpPr>
        <dsp:cNvPr id="0" name=""/>
        <dsp:cNvSpPr/>
      </dsp:nvSpPr>
      <dsp:spPr>
        <a:xfrm>
          <a:off x="6127854" y="2576741"/>
          <a:ext cx="1590887" cy="9545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Google Maps API</a:t>
          </a:r>
        </a:p>
      </dsp:txBody>
      <dsp:txXfrm>
        <a:off x="6127854" y="2576741"/>
        <a:ext cx="1590887" cy="95453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ACF136-88E7-491A-9E72-C905F953C0FD}">
      <dsp:nvSpPr>
        <dsp:cNvPr id="0" name=""/>
        <dsp:cNvSpPr/>
      </dsp:nvSpPr>
      <dsp:spPr>
        <a:xfrm>
          <a:off x="0" y="93057"/>
          <a:ext cx="3005666" cy="180339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/>
            <a:t>Người dùng</a:t>
          </a:r>
        </a:p>
      </dsp:txBody>
      <dsp:txXfrm>
        <a:off x="0" y="93057"/>
        <a:ext cx="3005666" cy="1803399"/>
      </dsp:txXfrm>
    </dsp:sp>
    <dsp:sp modelId="{392280EE-45E4-499A-BA06-C90CDFC665FD}">
      <dsp:nvSpPr>
        <dsp:cNvPr id="0" name=""/>
        <dsp:cNvSpPr/>
      </dsp:nvSpPr>
      <dsp:spPr>
        <a:xfrm>
          <a:off x="3306233" y="93057"/>
          <a:ext cx="3005666" cy="180339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/>
            <a:t>Nhập từ khóa</a:t>
          </a:r>
        </a:p>
      </dsp:txBody>
      <dsp:txXfrm>
        <a:off x="3306233" y="93057"/>
        <a:ext cx="3005666" cy="1803399"/>
      </dsp:txXfrm>
    </dsp:sp>
    <dsp:sp modelId="{286F197F-239C-47CA-BDD4-6472664F7DE9}">
      <dsp:nvSpPr>
        <dsp:cNvPr id="0" name=""/>
        <dsp:cNvSpPr/>
      </dsp:nvSpPr>
      <dsp:spPr>
        <a:xfrm>
          <a:off x="6612466" y="93057"/>
          <a:ext cx="3005666" cy="180339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/>
            <a:t>Backend</a:t>
          </a:r>
        </a:p>
      </dsp:txBody>
      <dsp:txXfrm>
        <a:off x="6612466" y="93057"/>
        <a:ext cx="3005666" cy="1803399"/>
      </dsp:txXfrm>
    </dsp:sp>
    <dsp:sp modelId="{B8FF051D-2820-42B2-99ED-2597E35C9E42}">
      <dsp:nvSpPr>
        <dsp:cNvPr id="0" name=""/>
        <dsp:cNvSpPr/>
      </dsp:nvSpPr>
      <dsp:spPr>
        <a:xfrm>
          <a:off x="0" y="2197024"/>
          <a:ext cx="3005666" cy="180339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 dirty="0"/>
            <a:t>Hiển </a:t>
          </a:r>
          <a:r>
            <a:rPr lang="en-US" sz="4600" kern="1200" dirty="0" err="1"/>
            <a:t>thị</a:t>
          </a:r>
          <a:endParaRPr lang="en-US" sz="4600" kern="1200" dirty="0"/>
        </a:p>
      </dsp:txBody>
      <dsp:txXfrm>
        <a:off x="0" y="2197024"/>
        <a:ext cx="3005666" cy="1803399"/>
      </dsp:txXfrm>
    </dsp:sp>
    <dsp:sp modelId="{1C333C66-8DBF-4056-BB41-C15C082FE2C6}">
      <dsp:nvSpPr>
        <dsp:cNvPr id="0" name=""/>
        <dsp:cNvSpPr/>
      </dsp:nvSpPr>
      <dsp:spPr>
        <a:xfrm>
          <a:off x="3306233" y="2197024"/>
          <a:ext cx="3005666" cy="180339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/>
            <a:t>Danh sách khách sạn</a:t>
          </a:r>
        </a:p>
      </dsp:txBody>
      <dsp:txXfrm>
        <a:off x="3306233" y="2197024"/>
        <a:ext cx="3005666" cy="1803399"/>
      </dsp:txXfrm>
    </dsp:sp>
    <dsp:sp modelId="{6EC75ED4-5496-4C5F-8D48-0EC4C261731C}">
      <dsp:nvSpPr>
        <dsp:cNvPr id="0" name=""/>
        <dsp:cNvSpPr/>
      </dsp:nvSpPr>
      <dsp:spPr>
        <a:xfrm>
          <a:off x="6612466" y="2197024"/>
          <a:ext cx="3005666" cy="180339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 dirty="0"/>
            <a:t>MySQL</a:t>
          </a:r>
        </a:p>
      </dsp:txBody>
      <dsp:txXfrm>
        <a:off x="6612466" y="2197024"/>
        <a:ext cx="3005666" cy="180339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ADE0A2-C948-4723-950A-AD704734159B}">
      <dsp:nvSpPr>
        <dsp:cNvPr id="0" name=""/>
        <dsp:cNvSpPr/>
      </dsp:nvSpPr>
      <dsp:spPr>
        <a:xfrm>
          <a:off x="0" y="370290"/>
          <a:ext cx="6628804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27981D-35D3-4DCD-A15E-61BCC5C5B7D5}">
      <dsp:nvSpPr>
        <dsp:cNvPr id="0" name=""/>
        <dsp:cNvSpPr/>
      </dsp:nvSpPr>
      <dsp:spPr>
        <a:xfrm>
          <a:off x="331440" y="148890"/>
          <a:ext cx="4640162" cy="4428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5387" tIns="0" rIns="175387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Nguồn dữ liệu</a:t>
          </a:r>
        </a:p>
      </dsp:txBody>
      <dsp:txXfrm>
        <a:off x="353056" y="170506"/>
        <a:ext cx="4596930" cy="399568"/>
      </dsp:txXfrm>
    </dsp:sp>
    <dsp:sp modelId="{B4BF902F-8582-48C4-BCD9-686C728ABA41}">
      <dsp:nvSpPr>
        <dsp:cNvPr id="0" name=""/>
        <dsp:cNvSpPr/>
      </dsp:nvSpPr>
      <dsp:spPr>
        <a:xfrm>
          <a:off x="0" y="1050690"/>
          <a:ext cx="6628804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FCDEFF-2EEA-42F6-AE3C-484CC362D86D}">
      <dsp:nvSpPr>
        <dsp:cNvPr id="0" name=""/>
        <dsp:cNvSpPr/>
      </dsp:nvSpPr>
      <dsp:spPr>
        <a:xfrm>
          <a:off x="331440" y="829290"/>
          <a:ext cx="4640162" cy="44280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3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5387" tIns="0" rIns="175387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Search History </a:t>
          </a:r>
        </a:p>
      </dsp:txBody>
      <dsp:txXfrm>
        <a:off x="353056" y="850906"/>
        <a:ext cx="4596930" cy="399568"/>
      </dsp:txXfrm>
    </dsp:sp>
    <dsp:sp modelId="{5C28F69E-966A-4F8D-B68C-498C777BB4AB}">
      <dsp:nvSpPr>
        <dsp:cNvPr id="0" name=""/>
        <dsp:cNvSpPr/>
      </dsp:nvSpPr>
      <dsp:spPr>
        <a:xfrm>
          <a:off x="0" y="1731090"/>
          <a:ext cx="6628804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C6C95F-7CB5-4900-BC48-8FEA68A50908}">
      <dsp:nvSpPr>
        <dsp:cNvPr id="0" name=""/>
        <dsp:cNvSpPr/>
      </dsp:nvSpPr>
      <dsp:spPr>
        <a:xfrm>
          <a:off x="331440" y="1509690"/>
          <a:ext cx="4640162" cy="44280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4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5387" tIns="0" rIns="175387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Hotel Views </a:t>
          </a:r>
        </a:p>
      </dsp:txBody>
      <dsp:txXfrm>
        <a:off x="353056" y="1531306"/>
        <a:ext cx="4596930" cy="399568"/>
      </dsp:txXfrm>
    </dsp:sp>
    <dsp:sp modelId="{A6BDDB1A-1967-48E0-B4FD-40BFEF168D3F}">
      <dsp:nvSpPr>
        <dsp:cNvPr id="0" name=""/>
        <dsp:cNvSpPr/>
      </dsp:nvSpPr>
      <dsp:spPr>
        <a:xfrm>
          <a:off x="0" y="2411490"/>
          <a:ext cx="6628804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803874-C39B-4032-89B9-BA6C52FEE0C8}">
      <dsp:nvSpPr>
        <dsp:cNvPr id="0" name=""/>
        <dsp:cNvSpPr/>
      </dsp:nvSpPr>
      <dsp:spPr>
        <a:xfrm>
          <a:off x="331440" y="2190090"/>
          <a:ext cx="4640162" cy="44280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5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5387" tIns="0" rIns="175387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Favorites </a:t>
          </a:r>
        </a:p>
      </dsp:txBody>
      <dsp:txXfrm>
        <a:off x="353056" y="2211706"/>
        <a:ext cx="4596930" cy="399568"/>
      </dsp:txXfrm>
    </dsp:sp>
    <dsp:sp modelId="{B0405F9F-7602-43EB-A2D7-37D2E1EE4BFA}">
      <dsp:nvSpPr>
        <dsp:cNvPr id="0" name=""/>
        <dsp:cNvSpPr/>
      </dsp:nvSpPr>
      <dsp:spPr>
        <a:xfrm>
          <a:off x="0" y="3091890"/>
          <a:ext cx="6628804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997060-E6DB-43B5-92FD-0D8651CED2F3}">
      <dsp:nvSpPr>
        <dsp:cNvPr id="0" name=""/>
        <dsp:cNvSpPr/>
      </dsp:nvSpPr>
      <dsp:spPr>
        <a:xfrm>
          <a:off x="331440" y="2870490"/>
          <a:ext cx="4640162" cy="442800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6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5387" tIns="0" rIns="175387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Bookings </a:t>
          </a:r>
        </a:p>
      </dsp:txBody>
      <dsp:txXfrm>
        <a:off x="353056" y="2892106"/>
        <a:ext cx="4596930" cy="399568"/>
      </dsp:txXfrm>
    </dsp:sp>
    <dsp:sp modelId="{9BFE27B3-EE32-42E7-AF38-58BFF06B540D}">
      <dsp:nvSpPr>
        <dsp:cNvPr id="0" name=""/>
        <dsp:cNvSpPr/>
      </dsp:nvSpPr>
      <dsp:spPr>
        <a:xfrm>
          <a:off x="0" y="3772290"/>
          <a:ext cx="6628804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BCFDFB-A188-45A4-A7D4-4ABE42D6E27D}">
      <dsp:nvSpPr>
        <dsp:cNvPr id="0" name=""/>
        <dsp:cNvSpPr/>
      </dsp:nvSpPr>
      <dsp:spPr>
        <a:xfrm>
          <a:off x="331440" y="3550890"/>
          <a:ext cx="4640162" cy="4428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5387" tIns="0" rIns="175387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Ratings </a:t>
          </a:r>
        </a:p>
      </dsp:txBody>
      <dsp:txXfrm>
        <a:off x="353056" y="3572506"/>
        <a:ext cx="4596930" cy="399568"/>
      </dsp:txXfrm>
    </dsp:sp>
    <dsp:sp modelId="{A98C3BBC-8FFE-4E95-A93B-6D8D550C996F}">
      <dsp:nvSpPr>
        <dsp:cNvPr id="0" name=""/>
        <dsp:cNvSpPr/>
      </dsp:nvSpPr>
      <dsp:spPr>
        <a:xfrm>
          <a:off x="0" y="4452690"/>
          <a:ext cx="6628804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E42D49-C40C-4031-BF42-0E760CE16EC0}">
      <dsp:nvSpPr>
        <dsp:cNvPr id="0" name=""/>
        <dsp:cNvSpPr/>
      </dsp:nvSpPr>
      <dsp:spPr>
        <a:xfrm>
          <a:off x="331440" y="4231290"/>
          <a:ext cx="4640162" cy="44280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3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5387" tIns="0" rIns="175387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Phân tích hành vi </a:t>
          </a:r>
          <a:r>
            <a:rPr lang="en-US" sz="1500" kern="1200">
              <a:sym typeface="Wingdings" panose="05000000000000000000" pitchFamily="2" charset="2"/>
            </a:rPr>
            <a:t></a:t>
          </a:r>
          <a:r>
            <a:rPr lang="en-US" sz="1500" kern="1200"/>
            <a:t>Tính điểm</a:t>
          </a:r>
          <a:r>
            <a:rPr lang="en-US" sz="1500" kern="1200">
              <a:sym typeface="Wingdings" panose="05000000000000000000" pitchFamily="2" charset="2"/>
            </a:rPr>
            <a:t></a:t>
          </a:r>
          <a:r>
            <a:rPr lang="en-US" sz="1500" kern="1200"/>
            <a:t>Top-N khách sạn</a:t>
          </a:r>
        </a:p>
      </dsp:txBody>
      <dsp:txXfrm>
        <a:off x="353056" y="4252906"/>
        <a:ext cx="4596930" cy="39956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DF5AAD-1E86-49FE-8D0B-6CD6AC4BAE8F}">
      <dsp:nvSpPr>
        <dsp:cNvPr id="0" name=""/>
        <dsp:cNvSpPr/>
      </dsp:nvSpPr>
      <dsp:spPr>
        <a:xfrm>
          <a:off x="0" y="51330"/>
          <a:ext cx="6628804" cy="551655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Hệ thống sử dụng</a:t>
          </a:r>
        </a:p>
      </dsp:txBody>
      <dsp:txXfrm>
        <a:off x="26930" y="78260"/>
        <a:ext cx="6574944" cy="497795"/>
      </dsp:txXfrm>
    </dsp:sp>
    <dsp:sp modelId="{208A8E37-B77A-464B-9B3B-270EC1E7833B}">
      <dsp:nvSpPr>
        <dsp:cNvPr id="0" name=""/>
        <dsp:cNvSpPr/>
      </dsp:nvSpPr>
      <dsp:spPr>
        <a:xfrm>
          <a:off x="0" y="669225"/>
          <a:ext cx="6628804" cy="551655"/>
        </a:xfrm>
        <a:prstGeom prst="roundRect">
          <a:avLst/>
        </a:prstGeom>
        <a:gradFill rotWithShape="0">
          <a:gsLst>
            <a:gs pos="0">
              <a:schemeClr val="accent2">
                <a:hueOff val="-423469"/>
                <a:satOff val="2029"/>
                <a:lumOff val="1877"/>
                <a:alphaOff val="0"/>
                <a:tint val="96000"/>
                <a:lumMod val="100000"/>
              </a:schemeClr>
            </a:gs>
            <a:gs pos="78000">
              <a:schemeClr val="accent2">
                <a:hueOff val="-423469"/>
                <a:satOff val="2029"/>
                <a:lumOff val="1877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Hybrid Recommendation</a:t>
          </a:r>
          <a:endParaRPr lang="en-US" sz="2300" kern="1200"/>
        </a:p>
      </dsp:txBody>
      <dsp:txXfrm>
        <a:off x="26930" y="696155"/>
        <a:ext cx="6574944" cy="497795"/>
      </dsp:txXfrm>
    </dsp:sp>
    <dsp:sp modelId="{ACDF617D-6800-4851-9B42-688ACD1A4B1B}">
      <dsp:nvSpPr>
        <dsp:cNvPr id="0" name=""/>
        <dsp:cNvSpPr/>
      </dsp:nvSpPr>
      <dsp:spPr>
        <a:xfrm>
          <a:off x="0" y="1287120"/>
          <a:ext cx="6628804" cy="551655"/>
        </a:xfrm>
        <a:prstGeom prst="roundRect">
          <a:avLst/>
        </a:prstGeom>
        <a:gradFill rotWithShape="0">
          <a:gsLst>
            <a:gs pos="0">
              <a:schemeClr val="accent2">
                <a:hueOff val="-846939"/>
                <a:satOff val="4057"/>
                <a:lumOff val="3753"/>
                <a:alphaOff val="0"/>
                <a:tint val="96000"/>
                <a:lumMod val="100000"/>
              </a:schemeClr>
            </a:gs>
            <a:gs pos="78000">
              <a:schemeClr val="accent2">
                <a:hueOff val="-846939"/>
                <a:satOff val="4057"/>
                <a:lumOff val="3753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Nguồn dữ liệu</a:t>
          </a:r>
        </a:p>
      </dsp:txBody>
      <dsp:txXfrm>
        <a:off x="26930" y="1314050"/>
        <a:ext cx="6574944" cy="497795"/>
      </dsp:txXfrm>
    </dsp:sp>
    <dsp:sp modelId="{F2AF7C6B-967D-494E-A1FC-A6111E41D27A}">
      <dsp:nvSpPr>
        <dsp:cNvPr id="0" name=""/>
        <dsp:cNvSpPr/>
      </dsp:nvSpPr>
      <dsp:spPr>
        <a:xfrm>
          <a:off x="0" y="1905015"/>
          <a:ext cx="6628804" cy="551655"/>
        </a:xfrm>
        <a:prstGeom prst="roundRect">
          <a:avLst/>
        </a:prstGeom>
        <a:gradFill rotWithShape="0">
          <a:gsLst>
            <a:gs pos="0">
              <a:schemeClr val="accent2">
                <a:hueOff val="-1270408"/>
                <a:satOff val="6086"/>
                <a:lumOff val="5630"/>
                <a:alphaOff val="0"/>
                <a:tint val="96000"/>
                <a:lumMod val="100000"/>
              </a:schemeClr>
            </a:gs>
            <a:gs pos="78000">
              <a:schemeClr val="accent2">
                <a:hueOff val="-1270408"/>
                <a:satOff val="6086"/>
                <a:lumOff val="563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Lịch sử tìm kiếm </a:t>
          </a:r>
        </a:p>
      </dsp:txBody>
      <dsp:txXfrm>
        <a:off x="26930" y="1931945"/>
        <a:ext cx="6574944" cy="497795"/>
      </dsp:txXfrm>
    </dsp:sp>
    <dsp:sp modelId="{9DA23509-2D83-4237-BBDB-A45C4CF5DF37}">
      <dsp:nvSpPr>
        <dsp:cNvPr id="0" name=""/>
        <dsp:cNvSpPr/>
      </dsp:nvSpPr>
      <dsp:spPr>
        <a:xfrm>
          <a:off x="0" y="2522910"/>
          <a:ext cx="6628804" cy="551655"/>
        </a:xfrm>
        <a:prstGeom prst="roundRect">
          <a:avLst/>
        </a:prstGeom>
        <a:gradFill rotWithShape="0">
          <a:gsLst>
            <a:gs pos="0">
              <a:schemeClr val="accent2">
                <a:hueOff val="-1693878"/>
                <a:satOff val="8114"/>
                <a:lumOff val="7507"/>
                <a:alphaOff val="0"/>
                <a:tint val="96000"/>
                <a:lumMod val="100000"/>
              </a:schemeClr>
            </a:gs>
            <a:gs pos="78000">
              <a:schemeClr val="accent2">
                <a:hueOff val="-1693878"/>
                <a:satOff val="8114"/>
                <a:lumOff val="7507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Lịch sử xem </a:t>
          </a:r>
        </a:p>
      </dsp:txBody>
      <dsp:txXfrm>
        <a:off x="26930" y="2549840"/>
        <a:ext cx="6574944" cy="497795"/>
      </dsp:txXfrm>
    </dsp:sp>
    <dsp:sp modelId="{14886B42-6FD7-46A8-B721-408335851CDD}">
      <dsp:nvSpPr>
        <dsp:cNvPr id="0" name=""/>
        <dsp:cNvSpPr/>
      </dsp:nvSpPr>
      <dsp:spPr>
        <a:xfrm>
          <a:off x="0" y="3140805"/>
          <a:ext cx="6628804" cy="551655"/>
        </a:xfrm>
        <a:prstGeom prst="roundRect">
          <a:avLst/>
        </a:prstGeom>
        <a:gradFill rotWithShape="0">
          <a:gsLst>
            <a:gs pos="0">
              <a:schemeClr val="accent2">
                <a:hueOff val="-2117347"/>
                <a:satOff val="10143"/>
                <a:lumOff val="9384"/>
                <a:alphaOff val="0"/>
                <a:tint val="96000"/>
                <a:lumMod val="100000"/>
              </a:schemeClr>
            </a:gs>
            <a:gs pos="78000">
              <a:schemeClr val="accent2">
                <a:hueOff val="-2117347"/>
                <a:satOff val="10143"/>
                <a:lumOff val="9384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Danh sách yêu thích </a:t>
          </a:r>
        </a:p>
      </dsp:txBody>
      <dsp:txXfrm>
        <a:off x="26930" y="3167735"/>
        <a:ext cx="6574944" cy="497795"/>
      </dsp:txXfrm>
    </dsp:sp>
    <dsp:sp modelId="{CC51FA8D-9011-4EC6-B871-DD5A400B6D21}">
      <dsp:nvSpPr>
        <dsp:cNvPr id="0" name=""/>
        <dsp:cNvSpPr/>
      </dsp:nvSpPr>
      <dsp:spPr>
        <a:xfrm>
          <a:off x="0" y="3758700"/>
          <a:ext cx="6628804" cy="551655"/>
        </a:xfrm>
        <a:prstGeom prst="roundRect">
          <a:avLst/>
        </a:prstGeom>
        <a:gradFill rotWithShape="0">
          <a:gsLst>
            <a:gs pos="0">
              <a:schemeClr val="accent2">
                <a:hueOff val="-2540817"/>
                <a:satOff val="12171"/>
                <a:lumOff val="11260"/>
                <a:alphaOff val="0"/>
                <a:tint val="96000"/>
                <a:lumMod val="100000"/>
              </a:schemeClr>
            </a:gs>
            <a:gs pos="78000">
              <a:schemeClr val="accent2">
                <a:hueOff val="-2540817"/>
                <a:satOff val="12171"/>
                <a:lumOff val="1126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Lịch sử đặt phòng </a:t>
          </a:r>
        </a:p>
      </dsp:txBody>
      <dsp:txXfrm>
        <a:off x="26930" y="3785630"/>
        <a:ext cx="6574944" cy="497795"/>
      </dsp:txXfrm>
    </dsp:sp>
    <dsp:sp modelId="{1836C13D-35F3-490B-BFEF-82E513883A42}">
      <dsp:nvSpPr>
        <dsp:cNvPr id="0" name=""/>
        <dsp:cNvSpPr/>
      </dsp:nvSpPr>
      <dsp:spPr>
        <a:xfrm>
          <a:off x="0" y="4376595"/>
          <a:ext cx="6628804" cy="551655"/>
        </a:xfrm>
        <a:prstGeom prst="roundRect">
          <a:avLst/>
        </a:prstGeom>
        <a:gradFill rotWithShape="0">
          <a:gsLst>
            <a:gs pos="0">
              <a:schemeClr val="accent2">
                <a:hueOff val="-2964286"/>
                <a:satOff val="14200"/>
                <a:lumOff val="13137"/>
                <a:alphaOff val="0"/>
                <a:tint val="96000"/>
                <a:lumMod val="100000"/>
              </a:schemeClr>
            </a:gs>
            <a:gs pos="78000">
              <a:schemeClr val="accent2">
                <a:hueOff val="-2964286"/>
                <a:satOff val="14200"/>
                <a:lumOff val="13137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Đánh giá </a:t>
          </a:r>
          <a:r>
            <a:rPr lang="en-US" sz="2300" kern="1200">
              <a:sym typeface="Wingdings" panose="05000000000000000000" pitchFamily="2" charset="2"/>
            </a:rPr>
            <a:t></a:t>
          </a:r>
          <a:r>
            <a:rPr lang="en-US" sz="2300" kern="1200"/>
            <a:t>Sinh danh sách khách sạn phù hợp</a:t>
          </a:r>
        </a:p>
      </dsp:txBody>
      <dsp:txXfrm>
        <a:off x="26930" y="4403525"/>
        <a:ext cx="6574944" cy="49779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FA67E6-3ADC-4251-B46F-FA90E5D8753E}">
      <dsp:nvSpPr>
        <dsp:cNvPr id="0" name=""/>
        <dsp:cNvSpPr/>
      </dsp:nvSpPr>
      <dsp:spPr>
        <a:xfrm>
          <a:off x="0" y="84698"/>
          <a:ext cx="6628804" cy="434362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Hoàn thành website</a:t>
          </a:r>
        </a:p>
      </dsp:txBody>
      <dsp:txXfrm>
        <a:off x="21204" y="105902"/>
        <a:ext cx="6586396" cy="391954"/>
      </dsp:txXfrm>
    </dsp:sp>
    <dsp:sp modelId="{B30F48F8-B4F0-4E6E-86E9-6B07AABE727A}">
      <dsp:nvSpPr>
        <dsp:cNvPr id="0" name=""/>
        <dsp:cNvSpPr/>
      </dsp:nvSpPr>
      <dsp:spPr>
        <a:xfrm>
          <a:off x="0" y="570900"/>
          <a:ext cx="6628804" cy="434362"/>
        </a:xfrm>
        <a:prstGeom prst="roundRect">
          <a:avLst/>
        </a:prstGeom>
        <a:gradFill rotWithShape="0">
          <a:gsLst>
            <a:gs pos="0">
              <a:schemeClr val="accent2">
                <a:hueOff val="-329365"/>
                <a:satOff val="1578"/>
                <a:lumOff val="1460"/>
                <a:alphaOff val="0"/>
                <a:tint val="96000"/>
                <a:lumMod val="100000"/>
              </a:schemeClr>
            </a:gs>
            <a:gs pos="78000">
              <a:schemeClr val="accent2">
                <a:hueOff val="-329365"/>
                <a:satOff val="1578"/>
                <a:lumOff val="146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Tìm kiếm khách sạn</a:t>
          </a:r>
        </a:p>
      </dsp:txBody>
      <dsp:txXfrm>
        <a:off x="21204" y="592104"/>
        <a:ext cx="6586396" cy="391954"/>
      </dsp:txXfrm>
    </dsp:sp>
    <dsp:sp modelId="{8BE2515E-9944-4F68-B46F-09B131F1A9F6}">
      <dsp:nvSpPr>
        <dsp:cNvPr id="0" name=""/>
        <dsp:cNvSpPr/>
      </dsp:nvSpPr>
      <dsp:spPr>
        <a:xfrm>
          <a:off x="0" y="1057103"/>
          <a:ext cx="6628804" cy="434362"/>
        </a:xfrm>
        <a:prstGeom prst="roundRect">
          <a:avLst/>
        </a:prstGeom>
        <a:gradFill rotWithShape="0">
          <a:gsLst>
            <a:gs pos="0">
              <a:schemeClr val="accent2">
                <a:hueOff val="-658730"/>
                <a:satOff val="3156"/>
                <a:lumOff val="2919"/>
                <a:alphaOff val="0"/>
                <a:tint val="96000"/>
                <a:lumMod val="100000"/>
              </a:schemeClr>
            </a:gs>
            <a:gs pos="78000">
              <a:schemeClr val="accent2">
                <a:hueOff val="-658730"/>
                <a:satOff val="3156"/>
                <a:lumOff val="2919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Đặt phòng</a:t>
          </a:r>
        </a:p>
      </dsp:txBody>
      <dsp:txXfrm>
        <a:off x="21204" y="1078307"/>
        <a:ext cx="6586396" cy="391954"/>
      </dsp:txXfrm>
    </dsp:sp>
    <dsp:sp modelId="{D0672C49-02F9-4D99-A3DF-AB92235508F7}">
      <dsp:nvSpPr>
        <dsp:cNvPr id="0" name=""/>
        <dsp:cNvSpPr/>
      </dsp:nvSpPr>
      <dsp:spPr>
        <a:xfrm>
          <a:off x="0" y="1543305"/>
          <a:ext cx="6628804" cy="434362"/>
        </a:xfrm>
        <a:prstGeom prst="roundRect">
          <a:avLst/>
        </a:prstGeom>
        <a:gradFill rotWithShape="0">
          <a:gsLst>
            <a:gs pos="0">
              <a:schemeClr val="accent2">
                <a:hueOff val="-988095"/>
                <a:satOff val="4733"/>
                <a:lumOff val="4379"/>
                <a:alphaOff val="0"/>
                <a:tint val="96000"/>
                <a:lumMod val="100000"/>
              </a:schemeClr>
            </a:gs>
            <a:gs pos="78000">
              <a:schemeClr val="accent2">
                <a:hueOff val="-988095"/>
                <a:satOff val="4733"/>
                <a:lumOff val="4379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Google Login</a:t>
          </a:r>
        </a:p>
      </dsp:txBody>
      <dsp:txXfrm>
        <a:off x="21204" y="1564509"/>
        <a:ext cx="6586396" cy="391954"/>
      </dsp:txXfrm>
    </dsp:sp>
    <dsp:sp modelId="{64610DFD-E645-4519-B1B8-C5261FF65D97}">
      <dsp:nvSpPr>
        <dsp:cNvPr id="0" name=""/>
        <dsp:cNvSpPr/>
      </dsp:nvSpPr>
      <dsp:spPr>
        <a:xfrm>
          <a:off x="0" y="2029507"/>
          <a:ext cx="6628804" cy="434362"/>
        </a:xfrm>
        <a:prstGeom prst="roundRect">
          <a:avLst/>
        </a:prstGeom>
        <a:gradFill rotWithShape="0">
          <a:gsLst>
            <a:gs pos="0">
              <a:schemeClr val="accent2">
                <a:hueOff val="-1317460"/>
                <a:satOff val="6311"/>
                <a:lumOff val="5839"/>
                <a:alphaOff val="0"/>
                <a:tint val="96000"/>
                <a:lumMod val="100000"/>
              </a:schemeClr>
            </a:gs>
            <a:gs pos="78000">
              <a:schemeClr val="accent2">
                <a:hueOff val="-1317460"/>
                <a:satOff val="6311"/>
                <a:lumOff val="5839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Quản lý khách sạn</a:t>
          </a:r>
        </a:p>
      </dsp:txBody>
      <dsp:txXfrm>
        <a:off x="21204" y="2050711"/>
        <a:ext cx="6586396" cy="391954"/>
      </dsp:txXfrm>
    </dsp:sp>
    <dsp:sp modelId="{2F0B060E-4615-4EF4-8849-9D5F68185D18}">
      <dsp:nvSpPr>
        <dsp:cNvPr id="0" name=""/>
        <dsp:cNvSpPr/>
      </dsp:nvSpPr>
      <dsp:spPr>
        <a:xfrm>
          <a:off x="0" y="2515710"/>
          <a:ext cx="6628804" cy="434362"/>
        </a:xfrm>
        <a:prstGeom prst="roundRect">
          <a:avLst/>
        </a:prstGeom>
        <a:gradFill rotWithShape="0">
          <a:gsLst>
            <a:gs pos="0">
              <a:schemeClr val="accent2">
                <a:hueOff val="-1646826"/>
                <a:satOff val="7889"/>
                <a:lumOff val="7298"/>
                <a:alphaOff val="0"/>
                <a:tint val="96000"/>
                <a:lumMod val="100000"/>
              </a:schemeClr>
            </a:gs>
            <a:gs pos="78000">
              <a:schemeClr val="accent2">
                <a:hueOff val="-1646826"/>
                <a:satOff val="7889"/>
                <a:lumOff val="7298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Quản lý phòng</a:t>
          </a:r>
        </a:p>
      </dsp:txBody>
      <dsp:txXfrm>
        <a:off x="21204" y="2536914"/>
        <a:ext cx="6586396" cy="391954"/>
      </dsp:txXfrm>
    </dsp:sp>
    <dsp:sp modelId="{F1E96BC7-8C08-4F22-95CD-877D91C278F6}">
      <dsp:nvSpPr>
        <dsp:cNvPr id="0" name=""/>
        <dsp:cNvSpPr/>
      </dsp:nvSpPr>
      <dsp:spPr>
        <a:xfrm>
          <a:off x="0" y="3001912"/>
          <a:ext cx="6628804" cy="434362"/>
        </a:xfrm>
        <a:prstGeom prst="roundRect">
          <a:avLst/>
        </a:prstGeom>
        <a:gradFill rotWithShape="0">
          <a:gsLst>
            <a:gs pos="0">
              <a:schemeClr val="accent2">
                <a:hueOff val="-1976191"/>
                <a:satOff val="9467"/>
                <a:lumOff val="8758"/>
                <a:alphaOff val="0"/>
                <a:tint val="96000"/>
                <a:lumMod val="100000"/>
              </a:schemeClr>
            </a:gs>
            <a:gs pos="78000">
              <a:schemeClr val="accent2">
                <a:hueOff val="-1976191"/>
                <a:satOff val="9467"/>
                <a:lumOff val="8758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Gửi Email</a:t>
          </a:r>
        </a:p>
      </dsp:txBody>
      <dsp:txXfrm>
        <a:off x="21204" y="3023116"/>
        <a:ext cx="6586396" cy="391954"/>
      </dsp:txXfrm>
    </dsp:sp>
    <dsp:sp modelId="{FD21C1CE-BE0C-47AC-95E1-B9D45699AFAD}">
      <dsp:nvSpPr>
        <dsp:cNvPr id="0" name=""/>
        <dsp:cNvSpPr/>
      </dsp:nvSpPr>
      <dsp:spPr>
        <a:xfrm>
          <a:off x="0" y="3488115"/>
          <a:ext cx="6628804" cy="434362"/>
        </a:xfrm>
        <a:prstGeom prst="roundRect">
          <a:avLst/>
        </a:prstGeom>
        <a:gradFill rotWithShape="0">
          <a:gsLst>
            <a:gs pos="0">
              <a:schemeClr val="accent2">
                <a:hueOff val="-2305556"/>
                <a:satOff val="11044"/>
                <a:lumOff val="10218"/>
                <a:alphaOff val="0"/>
                <a:tint val="96000"/>
                <a:lumMod val="100000"/>
              </a:schemeClr>
            </a:gs>
            <a:gs pos="78000">
              <a:schemeClr val="accent2">
                <a:hueOff val="-2305556"/>
                <a:satOff val="11044"/>
                <a:lumOff val="10218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Google Maps</a:t>
          </a:r>
        </a:p>
      </dsp:txBody>
      <dsp:txXfrm>
        <a:off x="21204" y="3509319"/>
        <a:ext cx="6586396" cy="391954"/>
      </dsp:txXfrm>
    </dsp:sp>
    <dsp:sp modelId="{ED9FD4D4-73F3-472D-AB9B-5AAB75E3A1DD}">
      <dsp:nvSpPr>
        <dsp:cNvPr id="0" name=""/>
        <dsp:cNvSpPr/>
      </dsp:nvSpPr>
      <dsp:spPr>
        <a:xfrm>
          <a:off x="0" y="3974317"/>
          <a:ext cx="6628804" cy="434362"/>
        </a:xfrm>
        <a:prstGeom prst="roundRect">
          <a:avLst/>
        </a:prstGeom>
        <a:gradFill rotWithShape="0">
          <a:gsLst>
            <a:gs pos="0">
              <a:schemeClr val="accent2">
                <a:hueOff val="-2634921"/>
                <a:satOff val="12622"/>
                <a:lumOff val="11677"/>
                <a:alphaOff val="0"/>
                <a:tint val="96000"/>
                <a:lumMod val="100000"/>
              </a:schemeClr>
            </a:gs>
            <a:gs pos="78000">
              <a:schemeClr val="accent2">
                <a:hueOff val="-2634921"/>
                <a:satOff val="12622"/>
                <a:lumOff val="11677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Gợi ý khách sạn</a:t>
          </a:r>
        </a:p>
      </dsp:txBody>
      <dsp:txXfrm>
        <a:off x="21204" y="3995521"/>
        <a:ext cx="6586396" cy="391954"/>
      </dsp:txXfrm>
    </dsp:sp>
    <dsp:sp modelId="{E4B1FB59-6014-41A7-9232-9DA5E1C7CDDE}">
      <dsp:nvSpPr>
        <dsp:cNvPr id="0" name=""/>
        <dsp:cNvSpPr/>
      </dsp:nvSpPr>
      <dsp:spPr>
        <a:xfrm>
          <a:off x="0" y="4460520"/>
          <a:ext cx="6628804" cy="434362"/>
        </a:xfrm>
        <a:prstGeom prst="roundRect">
          <a:avLst/>
        </a:prstGeom>
        <a:gradFill rotWithShape="0">
          <a:gsLst>
            <a:gs pos="0">
              <a:schemeClr val="accent2">
                <a:hueOff val="-2964286"/>
                <a:satOff val="14200"/>
                <a:lumOff val="13137"/>
                <a:alphaOff val="0"/>
                <a:tint val="96000"/>
                <a:lumMod val="100000"/>
              </a:schemeClr>
            </a:gs>
            <a:gs pos="78000">
              <a:schemeClr val="accent2">
                <a:hueOff val="-2964286"/>
                <a:satOff val="14200"/>
                <a:lumOff val="13137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Responsive</a:t>
          </a:r>
        </a:p>
      </dsp:txBody>
      <dsp:txXfrm>
        <a:off x="21204" y="4481724"/>
        <a:ext cx="6586396" cy="39195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B87D23-3B73-4C2C-B34C-1D64C3E7EFFE}">
      <dsp:nvSpPr>
        <dsp:cNvPr id="0" name=""/>
        <dsp:cNvSpPr/>
      </dsp:nvSpPr>
      <dsp:spPr>
        <a:xfrm>
          <a:off x="0" y="921090"/>
          <a:ext cx="6628804" cy="71954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Thuật toán gợi ý còn đơn giản </a:t>
          </a:r>
        </a:p>
      </dsp:txBody>
      <dsp:txXfrm>
        <a:off x="35125" y="956215"/>
        <a:ext cx="6558554" cy="649299"/>
      </dsp:txXfrm>
    </dsp:sp>
    <dsp:sp modelId="{729B9D8C-F99B-4344-A507-30478E5B65E4}">
      <dsp:nvSpPr>
        <dsp:cNvPr id="0" name=""/>
        <dsp:cNvSpPr/>
      </dsp:nvSpPr>
      <dsp:spPr>
        <a:xfrm>
          <a:off x="0" y="1727040"/>
          <a:ext cx="6628804" cy="719549"/>
        </a:xfrm>
        <a:prstGeom prst="roundRect">
          <a:avLst/>
        </a:prstGeom>
        <a:gradFill rotWithShape="0">
          <a:gsLst>
            <a:gs pos="0">
              <a:schemeClr val="accent2">
                <a:hueOff val="-988095"/>
                <a:satOff val="4733"/>
                <a:lumOff val="4379"/>
                <a:alphaOff val="0"/>
                <a:tint val="96000"/>
                <a:lumMod val="100000"/>
              </a:schemeClr>
            </a:gs>
            <a:gs pos="78000">
              <a:schemeClr val="accent2">
                <a:hueOff val="-988095"/>
                <a:satOff val="4733"/>
                <a:lumOff val="4379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Chưa áp dụng Machine Learning </a:t>
          </a:r>
        </a:p>
      </dsp:txBody>
      <dsp:txXfrm>
        <a:off x="35125" y="1762165"/>
        <a:ext cx="6558554" cy="649299"/>
      </dsp:txXfrm>
    </dsp:sp>
    <dsp:sp modelId="{31CB9D08-9F3F-4FDC-BC6F-4FDF85ED0606}">
      <dsp:nvSpPr>
        <dsp:cNvPr id="0" name=""/>
        <dsp:cNvSpPr/>
      </dsp:nvSpPr>
      <dsp:spPr>
        <a:xfrm>
          <a:off x="0" y="2532990"/>
          <a:ext cx="6628804" cy="719549"/>
        </a:xfrm>
        <a:prstGeom prst="roundRect">
          <a:avLst/>
        </a:prstGeom>
        <a:gradFill rotWithShape="0">
          <a:gsLst>
            <a:gs pos="0">
              <a:schemeClr val="accent2">
                <a:hueOff val="-1976191"/>
                <a:satOff val="9467"/>
                <a:lumOff val="8758"/>
                <a:alphaOff val="0"/>
                <a:tint val="96000"/>
                <a:lumMod val="100000"/>
              </a:schemeClr>
            </a:gs>
            <a:gs pos="78000">
              <a:schemeClr val="accent2">
                <a:hueOff val="-1976191"/>
                <a:satOff val="9467"/>
                <a:lumOff val="8758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Chưa tích hợp thanh toán trực tuyến </a:t>
          </a:r>
        </a:p>
      </dsp:txBody>
      <dsp:txXfrm>
        <a:off x="35125" y="2568115"/>
        <a:ext cx="6558554" cy="649299"/>
      </dsp:txXfrm>
    </dsp:sp>
    <dsp:sp modelId="{9BF0A7C7-50DC-4C2B-927A-F4098FD605F5}">
      <dsp:nvSpPr>
        <dsp:cNvPr id="0" name=""/>
        <dsp:cNvSpPr/>
      </dsp:nvSpPr>
      <dsp:spPr>
        <a:xfrm>
          <a:off x="0" y="3338940"/>
          <a:ext cx="6628804" cy="719549"/>
        </a:xfrm>
        <a:prstGeom prst="roundRect">
          <a:avLst/>
        </a:prstGeom>
        <a:gradFill rotWithShape="0">
          <a:gsLst>
            <a:gs pos="0">
              <a:schemeClr val="accent2">
                <a:hueOff val="-2964286"/>
                <a:satOff val="14200"/>
                <a:lumOff val="13137"/>
                <a:alphaOff val="0"/>
                <a:tint val="96000"/>
                <a:lumMod val="100000"/>
              </a:schemeClr>
            </a:gs>
            <a:gs pos="78000">
              <a:schemeClr val="accent2">
                <a:hueOff val="-2964286"/>
                <a:satOff val="14200"/>
                <a:lumOff val="13137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Dữ liệu thử nghiệm còn hạn chế</a:t>
          </a:r>
        </a:p>
      </dsp:txBody>
      <dsp:txXfrm>
        <a:off x="35125" y="3374065"/>
        <a:ext cx="6558554" cy="64929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3E4804-1A26-4E9B-94F2-60DF11DE784B}">
      <dsp:nvSpPr>
        <dsp:cNvPr id="0" name=""/>
        <dsp:cNvSpPr/>
      </dsp:nvSpPr>
      <dsp:spPr>
        <a:xfrm>
          <a:off x="0" y="418289"/>
          <a:ext cx="2071501" cy="124290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Machine Learning </a:t>
          </a:r>
        </a:p>
      </dsp:txBody>
      <dsp:txXfrm>
        <a:off x="0" y="418289"/>
        <a:ext cx="2071501" cy="1242900"/>
      </dsp:txXfrm>
    </dsp:sp>
    <dsp:sp modelId="{063F35F5-6773-4551-B89B-26059C48EB1A}">
      <dsp:nvSpPr>
        <dsp:cNvPr id="0" name=""/>
        <dsp:cNvSpPr/>
      </dsp:nvSpPr>
      <dsp:spPr>
        <a:xfrm>
          <a:off x="2278651" y="418289"/>
          <a:ext cx="2071501" cy="1242900"/>
        </a:xfrm>
        <a:prstGeom prst="rect">
          <a:avLst/>
        </a:prstGeom>
        <a:gradFill rotWithShape="0">
          <a:gsLst>
            <a:gs pos="0">
              <a:schemeClr val="accent2">
                <a:hueOff val="-423469"/>
                <a:satOff val="2029"/>
                <a:lumOff val="1877"/>
                <a:alphaOff val="0"/>
                <a:tint val="96000"/>
                <a:lumMod val="100000"/>
              </a:schemeClr>
            </a:gs>
            <a:gs pos="78000">
              <a:schemeClr val="accent2">
                <a:hueOff val="-423469"/>
                <a:satOff val="2029"/>
                <a:lumOff val="1877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Deep Learning </a:t>
          </a:r>
        </a:p>
      </dsp:txBody>
      <dsp:txXfrm>
        <a:off x="2278651" y="418289"/>
        <a:ext cx="2071501" cy="1242900"/>
      </dsp:txXfrm>
    </dsp:sp>
    <dsp:sp modelId="{9EEC9A2F-24F1-4459-9FFA-0EBE24DFD24E}">
      <dsp:nvSpPr>
        <dsp:cNvPr id="0" name=""/>
        <dsp:cNvSpPr/>
      </dsp:nvSpPr>
      <dsp:spPr>
        <a:xfrm>
          <a:off x="4557302" y="418289"/>
          <a:ext cx="2071501" cy="1242900"/>
        </a:xfrm>
        <a:prstGeom prst="rect">
          <a:avLst/>
        </a:prstGeom>
        <a:gradFill rotWithShape="0">
          <a:gsLst>
            <a:gs pos="0">
              <a:schemeClr val="accent2">
                <a:hueOff val="-846939"/>
                <a:satOff val="4057"/>
                <a:lumOff val="3753"/>
                <a:alphaOff val="0"/>
                <a:tint val="96000"/>
                <a:lumMod val="100000"/>
              </a:schemeClr>
            </a:gs>
            <a:gs pos="78000">
              <a:schemeClr val="accent2">
                <a:hueOff val="-846939"/>
                <a:satOff val="4057"/>
                <a:lumOff val="3753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Collaborative Filtering </a:t>
          </a:r>
        </a:p>
      </dsp:txBody>
      <dsp:txXfrm>
        <a:off x="4557302" y="418289"/>
        <a:ext cx="2071501" cy="1242900"/>
      </dsp:txXfrm>
    </dsp:sp>
    <dsp:sp modelId="{FB3D9F98-9975-45A8-BEA0-5B49F043C364}">
      <dsp:nvSpPr>
        <dsp:cNvPr id="0" name=""/>
        <dsp:cNvSpPr/>
      </dsp:nvSpPr>
      <dsp:spPr>
        <a:xfrm>
          <a:off x="0" y="1868340"/>
          <a:ext cx="2071501" cy="1242900"/>
        </a:xfrm>
        <a:prstGeom prst="rect">
          <a:avLst/>
        </a:prstGeom>
        <a:gradFill rotWithShape="0">
          <a:gsLst>
            <a:gs pos="0">
              <a:schemeClr val="accent2">
                <a:hueOff val="-1270408"/>
                <a:satOff val="6086"/>
                <a:lumOff val="5630"/>
                <a:alphaOff val="0"/>
                <a:tint val="96000"/>
                <a:lumMod val="100000"/>
              </a:schemeClr>
            </a:gs>
            <a:gs pos="78000">
              <a:schemeClr val="accent2">
                <a:hueOff val="-1270408"/>
                <a:satOff val="6086"/>
                <a:lumOff val="563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Mobile App </a:t>
          </a:r>
        </a:p>
      </dsp:txBody>
      <dsp:txXfrm>
        <a:off x="0" y="1868340"/>
        <a:ext cx="2071501" cy="1242900"/>
      </dsp:txXfrm>
    </dsp:sp>
    <dsp:sp modelId="{F4400C26-A839-467C-A126-B7A6C6B3A9FC}">
      <dsp:nvSpPr>
        <dsp:cNvPr id="0" name=""/>
        <dsp:cNvSpPr/>
      </dsp:nvSpPr>
      <dsp:spPr>
        <a:xfrm>
          <a:off x="2278651" y="1868340"/>
          <a:ext cx="2071501" cy="1242900"/>
        </a:xfrm>
        <a:prstGeom prst="rect">
          <a:avLst/>
        </a:prstGeom>
        <a:gradFill rotWithShape="0">
          <a:gsLst>
            <a:gs pos="0">
              <a:schemeClr val="accent2">
                <a:hueOff val="-1693878"/>
                <a:satOff val="8114"/>
                <a:lumOff val="7507"/>
                <a:alphaOff val="0"/>
                <a:tint val="96000"/>
                <a:lumMod val="100000"/>
              </a:schemeClr>
            </a:gs>
            <a:gs pos="78000">
              <a:schemeClr val="accent2">
                <a:hueOff val="-1693878"/>
                <a:satOff val="8114"/>
                <a:lumOff val="7507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Thanh toán trực tuyến </a:t>
          </a:r>
        </a:p>
      </dsp:txBody>
      <dsp:txXfrm>
        <a:off x="2278651" y="1868340"/>
        <a:ext cx="2071501" cy="1242900"/>
      </dsp:txXfrm>
    </dsp:sp>
    <dsp:sp modelId="{E6A9B382-4BB1-405F-A0F2-75522089E8A7}">
      <dsp:nvSpPr>
        <dsp:cNvPr id="0" name=""/>
        <dsp:cNvSpPr/>
      </dsp:nvSpPr>
      <dsp:spPr>
        <a:xfrm>
          <a:off x="4557302" y="1868340"/>
          <a:ext cx="2071501" cy="1242900"/>
        </a:xfrm>
        <a:prstGeom prst="rect">
          <a:avLst/>
        </a:prstGeom>
        <a:gradFill rotWithShape="0">
          <a:gsLst>
            <a:gs pos="0">
              <a:schemeClr val="accent2">
                <a:hueOff val="-2117347"/>
                <a:satOff val="10143"/>
                <a:lumOff val="9384"/>
                <a:alphaOff val="0"/>
                <a:tint val="96000"/>
                <a:lumMod val="100000"/>
              </a:schemeClr>
            </a:gs>
            <a:gs pos="78000">
              <a:schemeClr val="accent2">
                <a:hueOff val="-2117347"/>
                <a:satOff val="10143"/>
                <a:lumOff val="9384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Chat thời gian thực </a:t>
          </a:r>
        </a:p>
      </dsp:txBody>
      <dsp:txXfrm>
        <a:off x="4557302" y="1868340"/>
        <a:ext cx="2071501" cy="1242900"/>
      </dsp:txXfrm>
    </dsp:sp>
    <dsp:sp modelId="{33E3B905-318A-4FED-885B-069D7689CF43}">
      <dsp:nvSpPr>
        <dsp:cNvPr id="0" name=""/>
        <dsp:cNvSpPr/>
      </dsp:nvSpPr>
      <dsp:spPr>
        <a:xfrm>
          <a:off x="1139325" y="3318391"/>
          <a:ext cx="2071501" cy="1242900"/>
        </a:xfrm>
        <a:prstGeom prst="rect">
          <a:avLst/>
        </a:prstGeom>
        <a:gradFill rotWithShape="0">
          <a:gsLst>
            <a:gs pos="0">
              <a:schemeClr val="accent2">
                <a:hueOff val="-2540817"/>
                <a:satOff val="12171"/>
                <a:lumOff val="11260"/>
                <a:alphaOff val="0"/>
                <a:tint val="96000"/>
                <a:lumMod val="100000"/>
              </a:schemeClr>
            </a:gs>
            <a:gs pos="78000">
              <a:schemeClr val="accent2">
                <a:hueOff val="-2540817"/>
                <a:satOff val="12171"/>
                <a:lumOff val="1126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Dashboard thống kê nâng cao </a:t>
          </a:r>
        </a:p>
      </dsp:txBody>
      <dsp:txXfrm>
        <a:off x="1139325" y="3318391"/>
        <a:ext cx="2071501" cy="1242900"/>
      </dsp:txXfrm>
    </dsp:sp>
    <dsp:sp modelId="{6B84F182-9B36-4577-B6D2-AE7418C828F7}">
      <dsp:nvSpPr>
        <dsp:cNvPr id="0" name=""/>
        <dsp:cNvSpPr/>
      </dsp:nvSpPr>
      <dsp:spPr>
        <a:xfrm>
          <a:off x="3417977" y="3318391"/>
          <a:ext cx="2071501" cy="1242900"/>
        </a:xfrm>
        <a:prstGeom prst="rect">
          <a:avLst/>
        </a:prstGeom>
        <a:gradFill rotWithShape="0">
          <a:gsLst>
            <a:gs pos="0">
              <a:schemeClr val="accent2">
                <a:hueOff val="-2964286"/>
                <a:satOff val="14200"/>
                <a:lumOff val="13137"/>
                <a:alphaOff val="0"/>
                <a:tint val="96000"/>
                <a:lumMod val="100000"/>
              </a:schemeClr>
            </a:gs>
            <a:gs pos="78000">
              <a:schemeClr val="accent2">
                <a:hueOff val="-2964286"/>
                <a:satOff val="14200"/>
                <a:lumOff val="13137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Tối ưu thuật toán gợi ý </a:t>
          </a:r>
        </a:p>
      </dsp:txBody>
      <dsp:txXfrm>
        <a:off x="3417977" y="3318391"/>
        <a:ext cx="2071501" cy="12429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B4F9DF-0ABB-4A4B-ADF5-D27EB5340BBC}">
      <dsp:nvSpPr>
        <dsp:cNvPr id="0" name=""/>
        <dsp:cNvSpPr/>
      </dsp:nvSpPr>
      <dsp:spPr>
        <a:xfrm>
          <a:off x="0" y="649560"/>
          <a:ext cx="6628804" cy="67158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Đề tài đã xây dựng thành công hệ thống</a:t>
          </a:r>
        </a:p>
      </dsp:txBody>
      <dsp:txXfrm>
        <a:off x="32784" y="682344"/>
        <a:ext cx="6563236" cy="606012"/>
      </dsp:txXfrm>
    </dsp:sp>
    <dsp:sp modelId="{CD628C91-38FC-46A1-8500-80A787474B00}">
      <dsp:nvSpPr>
        <dsp:cNvPr id="0" name=""/>
        <dsp:cNvSpPr/>
      </dsp:nvSpPr>
      <dsp:spPr>
        <a:xfrm>
          <a:off x="0" y="1401780"/>
          <a:ext cx="6628804" cy="671580"/>
        </a:xfrm>
        <a:prstGeom prst="roundRect">
          <a:avLst/>
        </a:prstGeom>
        <a:gradFill rotWithShape="0">
          <a:gsLst>
            <a:gs pos="0">
              <a:schemeClr val="accent2">
                <a:hueOff val="-741071"/>
                <a:satOff val="3550"/>
                <a:lumOff val="3284"/>
                <a:alphaOff val="0"/>
                <a:tint val="96000"/>
                <a:lumMod val="100000"/>
              </a:schemeClr>
            </a:gs>
            <a:gs pos="78000">
              <a:schemeClr val="accent2">
                <a:hueOff val="-741071"/>
                <a:satOff val="3550"/>
                <a:lumOff val="3284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Quản lý khách sạn </a:t>
          </a:r>
        </a:p>
      </dsp:txBody>
      <dsp:txXfrm>
        <a:off x="32784" y="1434564"/>
        <a:ext cx="6563236" cy="606012"/>
      </dsp:txXfrm>
    </dsp:sp>
    <dsp:sp modelId="{28DAEFE0-F3AF-4EF7-ACB4-A464A254C943}">
      <dsp:nvSpPr>
        <dsp:cNvPr id="0" name=""/>
        <dsp:cNvSpPr/>
      </dsp:nvSpPr>
      <dsp:spPr>
        <a:xfrm>
          <a:off x="0" y="2154000"/>
          <a:ext cx="6628804" cy="671580"/>
        </a:xfrm>
        <a:prstGeom prst="roundRect">
          <a:avLst/>
        </a:prstGeom>
        <a:gradFill rotWithShape="0">
          <a:gsLst>
            <a:gs pos="0">
              <a:schemeClr val="accent2">
                <a:hueOff val="-1482143"/>
                <a:satOff val="7100"/>
                <a:lumOff val="6569"/>
                <a:alphaOff val="0"/>
                <a:tint val="96000"/>
                <a:lumMod val="100000"/>
              </a:schemeClr>
            </a:gs>
            <a:gs pos="78000">
              <a:schemeClr val="accent2">
                <a:hueOff val="-1482143"/>
                <a:satOff val="7100"/>
                <a:lumOff val="6569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Đặt phòng trực tuyến </a:t>
          </a:r>
        </a:p>
      </dsp:txBody>
      <dsp:txXfrm>
        <a:off x="32784" y="2186784"/>
        <a:ext cx="6563236" cy="606012"/>
      </dsp:txXfrm>
    </dsp:sp>
    <dsp:sp modelId="{BAC938CC-F54D-44DF-A509-2E6D16612ABE}">
      <dsp:nvSpPr>
        <dsp:cNvPr id="0" name=""/>
        <dsp:cNvSpPr/>
      </dsp:nvSpPr>
      <dsp:spPr>
        <a:xfrm>
          <a:off x="0" y="2906220"/>
          <a:ext cx="6628804" cy="671580"/>
        </a:xfrm>
        <a:prstGeom prst="roundRect">
          <a:avLst/>
        </a:prstGeom>
        <a:gradFill rotWithShape="0">
          <a:gsLst>
            <a:gs pos="0">
              <a:schemeClr val="accent2">
                <a:hueOff val="-2223214"/>
                <a:satOff val="10650"/>
                <a:lumOff val="9853"/>
                <a:alphaOff val="0"/>
                <a:tint val="96000"/>
                <a:lumMod val="100000"/>
              </a:schemeClr>
            </a:gs>
            <a:gs pos="78000">
              <a:schemeClr val="accent2">
                <a:hueOff val="-2223214"/>
                <a:satOff val="10650"/>
                <a:lumOff val="9853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Tìm kiếm khách sạn </a:t>
          </a:r>
        </a:p>
      </dsp:txBody>
      <dsp:txXfrm>
        <a:off x="32784" y="2939004"/>
        <a:ext cx="6563236" cy="606012"/>
      </dsp:txXfrm>
    </dsp:sp>
    <dsp:sp modelId="{939FC4FF-3BA8-4E0E-9543-114A0BBFBF12}">
      <dsp:nvSpPr>
        <dsp:cNvPr id="0" name=""/>
        <dsp:cNvSpPr/>
      </dsp:nvSpPr>
      <dsp:spPr>
        <a:xfrm>
          <a:off x="0" y="3658440"/>
          <a:ext cx="6628804" cy="671580"/>
        </a:xfrm>
        <a:prstGeom prst="roundRect">
          <a:avLst/>
        </a:prstGeom>
        <a:gradFill rotWithShape="0">
          <a:gsLst>
            <a:gs pos="0">
              <a:schemeClr val="accent2">
                <a:hueOff val="-2964286"/>
                <a:satOff val="14200"/>
                <a:lumOff val="13137"/>
                <a:alphaOff val="0"/>
                <a:tint val="96000"/>
                <a:lumMod val="100000"/>
              </a:schemeClr>
            </a:gs>
            <a:gs pos="78000">
              <a:schemeClr val="accent2">
                <a:hueOff val="-2964286"/>
                <a:satOff val="14200"/>
                <a:lumOff val="13137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Gợi ý khách sạn cá nhân hóa </a:t>
          </a:r>
        </a:p>
      </dsp:txBody>
      <dsp:txXfrm>
        <a:off x="32784" y="3691224"/>
        <a:ext cx="6563236" cy="6060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7/23/2026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7670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449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420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843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896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722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524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7/23/2026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165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744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81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82608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0705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113426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512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3820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857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778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B906EFE1-985F-E956-1BE7-D07204DEBC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273" r="-1" b="5589"/>
          <a:stretch>
            <a:fillRect/>
          </a:stretch>
        </p:blipFill>
        <p:spPr>
          <a:xfrm>
            <a:off x="20" y="10"/>
            <a:ext cx="8668492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635B92F-3F6F-5AFC-E9B7-ADFF25D7D8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18704" y="1079701"/>
            <a:ext cx="4023360" cy="3204134"/>
          </a:xfrm>
        </p:spPr>
        <p:txBody>
          <a:bodyPr anchor="b">
            <a:normAutofit fontScale="90000"/>
          </a:bodyPr>
          <a:lstStyle/>
          <a:p>
            <a:r>
              <a:rPr lang="en-US" sz="3200" dirty="0"/>
              <a:t>XÂY DỰNG HỆ THỐNG HỖ TRỢ TÌM KIẾM VÀ GỢI Ý KHÁCH SẠN TRÊN ĐỊA BÀN TỈNH VĨNH LONG THEO HƯỚNG KẾT HỢP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82DF99-B78F-A9F1-A51B-815C63A645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8600" y="4872922"/>
            <a:ext cx="4023360" cy="1208141"/>
          </a:xfrm>
        </p:spPr>
        <p:txBody>
          <a:bodyPr>
            <a:normAutofit fontScale="92500" lnSpcReduction="10000"/>
          </a:bodyPr>
          <a:lstStyle/>
          <a:p>
            <a:r>
              <a:rPr lang="en-US" sz="2000" dirty="0" err="1"/>
              <a:t>Giảng</a:t>
            </a:r>
            <a:r>
              <a:rPr lang="en-US" sz="2000" dirty="0"/>
              <a:t> </a:t>
            </a:r>
            <a:r>
              <a:rPr lang="en-US" sz="2000" dirty="0" err="1"/>
              <a:t>viên</a:t>
            </a:r>
            <a:r>
              <a:rPr lang="en-US" sz="2000" dirty="0"/>
              <a:t> </a:t>
            </a:r>
            <a:r>
              <a:rPr lang="en-US" sz="2000" dirty="0" err="1"/>
              <a:t>hướng</a:t>
            </a:r>
            <a:r>
              <a:rPr lang="en-US" sz="2000" dirty="0"/>
              <a:t> </a:t>
            </a:r>
            <a:r>
              <a:rPr lang="en-US" sz="2000" dirty="0" err="1"/>
              <a:t>dẫn</a:t>
            </a:r>
            <a:r>
              <a:rPr lang="en-US" sz="2000" dirty="0"/>
              <a:t>; Võ Thành C</a:t>
            </a:r>
          </a:p>
          <a:p>
            <a:r>
              <a:rPr lang="en-US" sz="2000" dirty="0"/>
              <a:t>SVTH: Nguyễn Thị Thanh Phụng</a:t>
            </a:r>
          </a:p>
          <a:p>
            <a:r>
              <a:rPr lang="en-US" sz="2000" dirty="0"/>
              <a:t>MSSV:110122143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702590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86C16C40-7C29-4ACC-B851-7E08E459B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DD733AE-DD5E-4C77-8BCD-72BF12A06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51DE90A4-932E-4370-BA07-30F43254C0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6A19CA4A-B208-452A-8BE4-BC6940D33D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B74F8D3E-E618-4DE3-A0CC-B4904BB5D5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299DA406-C54B-4E31-867D-FAF8DCE704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A1E16883-5140-47C4-A9AD-AD6598AC3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4CD848DC-8A2A-4093-9BDD-7AF4B6A278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34635A4D-E9CE-4B78-912A-479EA4512B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id="{D663A5EE-5581-44F3-8F98-688755F63E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B1E84E6A-F5AE-4F4D-98F2-82FE4FCC26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DDE7DDC9-17D4-4686-833D-48F8733B49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DEFA073-705E-68E9-4808-FDB118B6F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>
            <a:normAutofit/>
          </a:bodyPr>
          <a:lstStyle/>
          <a:p>
            <a:r>
              <a:rPr lang="en-US"/>
              <a:t>NỘI DUNG TRÌNH BÀY</a:t>
            </a:r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4E4F2D28-5021-902F-552C-4BBC767303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3880773"/>
          </a:xfrm>
        </p:spPr>
        <p:txBody>
          <a:bodyPr>
            <a:normAutofit/>
          </a:bodyPr>
          <a:lstStyle/>
          <a:p>
            <a:r>
              <a:rPr lang="en-US" err="1"/>
              <a:t>Giới</a:t>
            </a:r>
            <a:r>
              <a:rPr lang="en-US"/>
              <a:t> </a:t>
            </a:r>
            <a:r>
              <a:rPr lang="en-US" err="1"/>
              <a:t>thiệu</a:t>
            </a:r>
            <a:r>
              <a:rPr lang="en-US"/>
              <a:t> </a:t>
            </a:r>
            <a:r>
              <a:rPr lang="en-US" err="1"/>
              <a:t>đề</a:t>
            </a:r>
            <a:r>
              <a:rPr lang="en-US"/>
              <a:t> </a:t>
            </a:r>
            <a:r>
              <a:rPr lang="en-US" err="1"/>
              <a:t>tài</a:t>
            </a:r>
            <a:r>
              <a:rPr lang="en-US"/>
              <a:t> </a:t>
            </a:r>
          </a:p>
          <a:p>
            <a:r>
              <a:rPr lang="en-US" err="1"/>
              <a:t>Mục</a:t>
            </a:r>
            <a:r>
              <a:rPr lang="en-US"/>
              <a:t> </a:t>
            </a:r>
            <a:r>
              <a:rPr lang="en-US" err="1"/>
              <a:t>tiêu</a:t>
            </a:r>
            <a:r>
              <a:rPr lang="en-US"/>
              <a:t> </a:t>
            </a:r>
            <a:r>
              <a:rPr lang="en-US" err="1"/>
              <a:t>nghiên</a:t>
            </a:r>
            <a:r>
              <a:rPr lang="en-US"/>
              <a:t> </a:t>
            </a:r>
            <a:r>
              <a:rPr lang="en-US" err="1"/>
              <a:t>cứu</a:t>
            </a:r>
            <a:r>
              <a:rPr lang="en-US"/>
              <a:t> </a:t>
            </a:r>
          </a:p>
          <a:p>
            <a:r>
              <a:rPr lang="en-US"/>
              <a:t>Công </a:t>
            </a:r>
            <a:r>
              <a:rPr lang="en-US" err="1"/>
              <a:t>nghệ</a:t>
            </a:r>
            <a:r>
              <a:rPr lang="en-US"/>
              <a:t> </a:t>
            </a:r>
            <a:r>
              <a:rPr lang="en-US" err="1"/>
              <a:t>sử</a:t>
            </a:r>
            <a:r>
              <a:rPr lang="en-US"/>
              <a:t> </a:t>
            </a:r>
            <a:r>
              <a:rPr lang="en-US" err="1"/>
              <a:t>dụng</a:t>
            </a:r>
            <a:r>
              <a:rPr lang="en-US"/>
              <a:t> </a:t>
            </a:r>
          </a:p>
          <a:p>
            <a:r>
              <a:rPr lang="en-US" err="1"/>
              <a:t>Phân</a:t>
            </a:r>
            <a:r>
              <a:rPr lang="en-US"/>
              <a:t> </a:t>
            </a:r>
            <a:r>
              <a:rPr lang="en-US" err="1"/>
              <a:t>tích</a:t>
            </a:r>
            <a:r>
              <a:rPr lang="en-US"/>
              <a:t> </a:t>
            </a:r>
            <a:r>
              <a:rPr lang="en-US" err="1"/>
              <a:t>và</a:t>
            </a:r>
            <a:r>
              <a:rPr lang="en-US"/>
              <a:t> </a:t>
            </a:r>
            <a:r>
              <a:rPr lang="en-US" err="1"/>
              <a:t>thiết</a:t>
            </a:r>
            <a:r>
              <a:rPr lang="en-US"/>
              <a:t> </a:t>
            </a:r>
            <a:r>
              <a:rPr lang="en-US" err="1"/>
              <a:t>kế</a:t>
            </a:r>
            <a:r>
              <a:rPr lang="en-US"/>
              <a:t> </a:t>
            </a:r>
            <a:r>
              <a:rPr lang="en-US" err="1"/>
              <a:t>hệ</a:t>
            </a:r>
            <a:r>
              <a:rPr lang="en-US"/>
              <a:t> </a:t>
            </a:r>
            <a:r>
              <a:rPr lang="en-US" err="1"/>
              <a:t>thống</a:t>
            </a:r>
            <a:r>
              <a:rPr lang="en-US"/>
              <a:t> </a:t>
            </a:r>
          </a:p>
          <a:p>
            <a:r>
              <a:rPr lang="en-US" err="1"/>
              <a:t>Xây</a:t>
            </a:r>
            <a:r>
              <a:rPr lang="en-US"/>
              <a:t> </a:t>
            </a:r>
            <a:r>
              <a:rPr lang="en-US" err="1"/>
              <a:t>dựng</a:t>
            </a:r>
            <a:r>
              <a:rPr lang="en-US"/>
              <a:t> </a:t>
            </a:r>
            <a:r>
              <a:rPr lang="en-US" err="1"/>
              <a:t>hệ</a:t>
            </a:r>
            <a:r>
              <a:rPr lang="en-US"/>
              <a:t> </a:t>
            </a:r>
            <a:r>
              <a:rPr lang="en-US" err="1"/>
              <a:t>thống</a:t>
            </a:r>
            <a:r>
              <a:rPr lang="en-US"/>
              <a:t> </a:t>
            </a:r>
            <a:r>
              <a:rPr lang="en-US" err="1"/>
              <a:t>Hệ</a:t>
            </a:r>
            <a:r>
              <a:rPr lang="en-US"/>
              <a:t> </a:t>
            </a:r>
            <a:r>
              <a:rPr lang="en-US" err="1"/>
              <a:t>thống</a:t>
            </a:r>
            <a:r>
              <a:rPr lang="en-US"/>
              <a:t> </a:t>
            </a:r>
            <a:r>
              <a:rPr lang="en-US" err="1"/>
              <a:t>gợi</a:t>
            </a:r>
            <a:r>
              <a:rPr lang="en-US"/>
              <a:t> ý </a:t>
            </a:r>
            <a:r>
              <a:rPr lang="en-US" err="1"/>
              <a:t>khách</a:t>
            </a:r>
            <a:r>
              <a:rPr lang="en-US"/>
              <a:t> </a:t>
            </a:r>
            <a:r>
              <a:rPr lang="en-US" err="1"/>
              <a:t>sạn</a:t>
            </a:r>
            <a:r>
              <a:rPr lang="en-US"/>
              <a:t> </a:t>
            </a:r>
          </a:p>
          <a:p>
            <a:r>
              <a:rPr lang="en-US" err="1"/>
              <a:t>Kết</a:t>
            </a:r>
            <a:r>
              <a:rPr lang="en-US"/>
              <a:t> </a:t>
            </a:r>
            <a:r>
              <a:rPr lang="en-US" err="1"/>
              <a:t>quả</a:t>
            </a:r>
            <a:r>
              <a:rPr lang="en-US"/>
              <a:t> </a:t>
            </a:r>
            <a:r>
              <a:rPr lang="en-US" err="1"/>
              <a:t>đạt</a:t>
            </a:r>
            <a:r>
              <a:rPr lang="en-US"/>
              <a:t> </a:t>
            </a:r>
            <a:r>
              <a:rPr lang="en-US" err="1"/>
              <a:t>được</a:t>
            </a:r>
            <a:r>
              <a:rPr lang="en-US"/>
              <a:t> </a:t>
            </a:r>
            <a:r>
              <a:rPr lang="en-US" err="1"/>
              <a:t>Hướng</a:t>
            </a:r>
            <a:r>
              <a:rPr lang="en-US"/>
              <a:t> </a:t>
            </a:r>
            <a:r>
              <a:rPr lang="en-US" err="1"/>
              <a:t>phát</a:t>
            </a:r>
            <a:r>
              <a:rPr lang="en-US"/>
              <a:t> </a:t>
            </a:r>
            <a:r>
              <a:rPr lang="en-US" err="1"/>
              <a:t>triển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4500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953376" y="0"/>
            <a:ext cx="12192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2133042" y="3681413"/>
            <a:ext cx="476355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24631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7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6597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8" name="Isosceles Triangle 37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5488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9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7655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14821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C75246-CA1E-4B29-2A64-FB2F35DE4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3843375" cy="5175624"/>
          </a:xfrm>
        </p:spPr>
        <p:txBody>
          <a:bodyPr anchor="ctr">
            <a:normAutofit/>
          </a:bodyPr>
          <a:lstStyle/>
          <a:p>
            <a:r>
              <a:rPr lang="en-US" dirty="0"/>
              <a:t>LÝ DO CHỌN ĐỀ TÀI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142BFA2A-77A0-4F60-A32A-685681C84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82154" y="-8467"/>
            <a:ext cx="7109846" cy="6866467"/>
          </a:xfrm>
          <a:custGeom>
            <a:avLst/>
            <a:gdLst>
              <a:gd name="connsiteX0" fmla="*/ 0 w 7109846"/>
              <a:gd name="connsiteY0" fmla="*/ 0 h 6866467"/>
              <a:gd name="connsiteX1" fmla="*/ 1249825 w 7109846"/>
              <a:gd name="connsiteY1" fmla="*/ 0 h 6866467"/>
              <a:gd name="connsiteX2" fmla="*/ 1249825 w 7109846"/>
              <a:gd name="connsiteY2" fmla="*/ 8467 h 6866467"/>
              <a:gd name="connsiteX3" fmla="*/ 7109846 w 7109846"/>
              <a:gd name="connsiteY3" fmla="*/ 8467 h 6866467"/>
              <a:gd name="connsiteX4" fmla="*/ 7109846 w 7109846"/>
              <a:gd name="connsiteY4" fmla="*/ 6866467 h 6866467"/>
              <a:gd name="connsiteX5" fmla="*/ 1249825 w 7109846"/>
              <a:gd name="connsiteY5" fmla="*/ 6866467 h 6866467"/>
              <a:gd name="connsiteX6" fmla="*/ 1109382 w 7109846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09846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7109846" y="8467"/>
                </a:lnTo>
                <a:lnTo>
                  <a:pt x="7109846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ADA87-6F72-0418-9DC6-5C67B09B7E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6084" y="609601"/>
            <a:ext cx="5511296" cy="5175624"/>
          </a:xfrm>
        </p:spPr>
        <p:txBody>
          <a:bodyPr anchor="ctr">
            <a:normAutofit/>
          </a:bodyPr>
          <a:lstStyle/>
          <a:p>
            <a:r>
              <a:rPr lang="en-US" b="1" dirty="0" err="1">
                <a:solidFill>
                  <a:schemeClr val="bg1"/>
                </a:solidFill>
              </a:rPr>
              <a:t>Thực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trạng</a:t>
            </a:r>
            <a:endParaRPr lang="en-US" b="1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Du </a:t>
            </a:r>
            <a:r>
              <a:rPr lang="en-US" dirty="0" err="1">
                <a:solidFill>
                  <a:schemeClr val="bg1"/>
                </a:solidFill>
              </a:rPr>
              <a:t>lịch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Vĩnh</a:t>
            </a:r>
            <a:r>
              <a:rPr lang="en-US" dirty="0">
                <a:solidFill>
                  <a:schemeClr val="bg1"/>
                </a:solidFill>
              </a:rPr>
              <a:t> Long </a:t>
            </a:r>
            <a:r>
              <a:rPr lang="en-US" dirty="0" err="1">
                <a:solidFill>
                  <a:schemeClr val="bg1"/>
                </a:solidFill>
              </a:rPr>
              <a:t>ngày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càng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phát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triển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  <a:p>
            <a:r>
              <a:rPr lang="en-US" dirty="0" err="1">
                <a:solidFill>
                  <a:schemeClr val="bg1"/>
                </a:solidFill>
              </a:rPr>
              <a:t>Số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lượng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khách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sạn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tăng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nhanh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  <a:p>
            <a:r>
              <a:rPr lang="en-US" dirty="0" err="1">
                <a:solidFill>
                  <a:schemeClr val="bg1"/>
                </a:solidFill>
              </a:rPr>
              <a:t>Người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dùng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khó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lựa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chọn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khách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sạn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phù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hợp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  <a:p>
            <a:r>
              <a:rPr lang="en-US" dirty="0" err="1">
                <a:solidFill>
                  <a:schemeClr val="bg1"/>
                </a:solidFill>
              </a:rPr>
              <a:t>Chưa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có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hệ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thống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hỗ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trợ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gợi</a:t>
            </a:r>
            <a:r>
              <a:rPr lang="en-US" dirty="0">
                <a:solidFill>
                  <a:schemeClr val="bg1"/>
                </a:solidFill>
              </a:rPr>
              <a:t> ý </a:t>
            </a:r>
            <a:r>
              <a:rPr lang="en-US" dirty="0" err="1">
                <a:solidFill>
                  <a:schemeClr val="bg1"/>
                </a:solidFill>
              </a:rPr>
              <a:t>cá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nhân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hóa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  <a:p>
            <a:r>
              <a:rPr lang="en-US" b="1" dirty="0" err="1">
                <a:solidFill>
                  <a:schemeClr val="bg1"/>
                </a:solidFill>
              </a:rPr>
              <a:t>Giải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pháp</a:t>
            </a:r>
            <a:endParaRPr lang="en-US" b="1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Xây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dựng</a:t>
            </a:r>
            <a:r>
              <a:rPr lang="en-US" dirty="0">
                <a:solidFill>
                  <a:schemeClr val="bg1"/>
                </a:solidFill>
              </a:rPr>
              <a:t> website </a:t>
            </a:r>
            <a:r>
              <a:rPr lang="en-US" dirty="0" err="1">
                <a:solidFill>
                  <a:schemeClr val="bg1"/>
                </a:solidFill>
              </a:rPr>
              <a:t>hỗ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trợ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  <a:p>
            <a:r>
              <a:rPr lang="en-US" dirty="0" err="1">
                <a:solidFill>
                  <a:schemeClr val="bg1"/>
                </a:solidFill>
              </a:rPr>
              <a:t>Tìm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kiếm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khách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sạn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  <a:p>
            <a:r>
              <a:rPr lang="en-US" dirty="0" err="1">
                <a:solidFill>
                  <a:schemeClr val="bg1"/>
                </a:solidFill>
              </a:rPr>
              <a:t>Đặt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phòng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trực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tuyến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  <a:p>
            <a:r>
              <a:rPr lang="en-US" dirty="0" err="1">
                <a:solidFill>
                  <a:schemeClr val="bg1"/>
                </a:solidFill>
              </a:rPr>
              <a:t>Gợi</a:t>
            </a:r>
            <a:r>
              <a:rPr lang="en-US" dirty="0">
                <a:solidFill>
                  <a:schemeClr val="bg1"/>
                </a:solidFill>
              </a:rPr>
              <a:t> ý </a:t>
            </a:r>
            <a:r>
              <a:rPr lang="en-US" dirty="0" err="1">
                <a:solidFill>
                  <a:schemeClr val="bg1"/>
                </a:solidFill>
              </a:rPr>
              <a:t>khách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sạn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phù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hợp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với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từng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người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dùng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12483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0423D-9F36-E908-1499-934A6F10C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MỤC TIÊU ĐỀ TÀI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F12F2F-C0C6-DCFC-50A6-DDDAD53D4B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Xây</a:t>
            </a:r>
            <a:r>
              <a:rPr lang="en-US" b="1" dirty="0"/>
              <a:t> </a:t>
            </a:r>
            <a:r>
              <a:rPr lang="en-US" b="1" dirty="0" err="1"/>
              <a:t>dựng</a:t>
            </a:r>
            <a:r>
              <a:rPr lang="en-US" b="1" dirty="0"/>
              <a:t> </a:t>
            </a:r>
            <a:r>
              <a:rPr lang="en-US" b="1" dirty="0" err="1"/>
              <a:t>hệ</a:t>
            </a:r>
            <a:r>
              <a:rPr lang="en-US" b="1" dirty="0"/>
              <a:t> </a:t>
            </a:r>
            <a:r>
              <a:rPr lang="en-US" b="1" dirty="0" err="1"/>
              <a:t>thống</a:t>
            </a:r>
            <a:endParaRPr lang="en-US" b="1" dirty="0"/>
          </a:p>
          <a:p>
            <a:r>
              <a:rPr lang="en-US" dirty="0"/>
              <a:t>✔ Quản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sạn</a:t>
            </a:r>
            <a:endParaRPr lang="en-US" dirty="0"/>
          </a:p>
          <a:p>
            <a:r>
              <a:rPr lang="en-US" dirty="0"/>
              <a:t>✔ Quản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phòng</a:t>
            </a:r>
            <a:endParaRPr lang="en-US" dirty="0"/>
          </a:p>
          <a:p>
            <a:r>
              <a:rPr lang="en-US" dirty="0"/>
              <a:t>✔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phòng</a:t>
            </a:r>
            <a:endParaRPr lang="en-US" dirty="0"/>
          </a:p>
          <a:p>
            <a:r>
              <a:rPr lang="en-US" dirty="0"/>
              <a:t>✔ Quản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endParaRPr lang="en-US" dirty="0"/>
          </a:p>
          <a:p>
            <a:r>
              <a:rPr lang="en-US" dirty="0"/>
              <a:t>✔ </a:t>
            </a:r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sạn</a:t>
            </a:r>
            <a:endParaRPr lang="en-US" dirty="0"/>
          </a:p>
          <a:p>
            <a:r>
              <a:rPr lang="en-US" dirty="0"/>
              <a:t>✔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thích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sạn</a:t>
            </a:r>
            <a:endParaRPr lang="en-US" dirty="0"/>
          </a:p>
          <a:p>
            <a:r>
              <a:rPr lang="en-US" dirty="0"/>
              <a:t>✔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chí</a:t>
            </a:r>
            <a:endParaRPr lang="en-US" dirty="0"/>
          </a:p>
          <a:p>
            <a:r>
              <a:rPr lang="en-US" dirty="0"/>
              <a:t>✔ </a:t>
            </a:r>
            <a:r>
              <a:rPr lang="en-US" dirty="0" err="1"/>
              <a:t>Gợi</a:t>
            </a:r>
            <a:r>
              <a:rPr lang="en-US" dirty="0"/>
              <a:t> ý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sạn</a:t>
            </a:r>
            <a:r>
              <a:rPr lang="en-US" dirty="0"/>
              <a:t> </a:t>
            </a:r>
            <a:r>
              <a:rPr lang="en-US" dirty="0" err="1"/>
              <a:t>cá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hóa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4680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49615-48CA-9E75-807B-6118E1089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CÔNG NGHỆ SỬ DỤNG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F27A34E-F1D7-6656-1FC0-109A7D4F933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77334" y="2160589"/>
          <a:ext cx="8596668" cy="38807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558680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64DC6-C10F-5203-370F-2A3BA4006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 anchor="t">
            <a:normAutofit/>
          </a:bodyPr>
          <a:lstStyle/>
          <a:p>
            <a:r>
              <a:rPr lang="en-US" dirty="0"/>
              <a:t>KIẾN TRÚC HỆ THỐNG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D1C3477-94B4-EE36-957A-4B7109187C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474" y="2159331"/>
            <a:ext cx="5283289" cy="2628436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29501F2-1152-5ABD-3E66-46F608D15C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6039" y="2160589"/>
            <a:ext cx="2927185" cy="3880773"/>
          </a:xfrm>
        </p:spPr>
        <p:txBody>
          <a:bodyPr>
            <a:normAutofit/>
          </a:bodyPr>
          <a:lstStyle/>
          <a:p>
            <a:r>
              <a:rPr lang="en-US" sz="1600" dirty="0"/>
              <a:t>Frontend </a:t>
            </a:r>
            <a:r>
              <a:rPr lang="en-US" sz="1600" dirty="0" err="1"/>
              <a:t>gửi</a:t>
            </a:r>
            <a:r>
              <a:rPr lang="en-US" sz="1600" dirty="0"/>
              <a:t> request</a:t>
            </a:r>
          </a:p>
          <a:p>
            <a:r>
              <a:rPr lang="en-US" sz="1600" dirty="0"/>
              <a:t>Backend </a:t>
            </a:r>
            <a:r>
              <a:rPr lang="en-US" sz="1600" dirty="0" err="1"/>
              <a:t>xử</a:t>
            </a:r>
            <a:r>
              <a:rPr lang="en-US" sz="1600" dirty="0"/>
              <a:t> </a:t>
            </a:r>
            <a:r>
              <a:rPr lang="en-US" sz="1600" dirty="0" err="1"/>
              <a:t>lý</a:t>
            </a:r>
            <a:r>
              <a:rPr lang="en-US" sz="1600" dirty="0"/>
              <a:t> </a:t>
            </a:r>
            <a:r>
              <a:rPr lang="en-US" sz="1600" dirty="0" err="1"/>
              <a:t>nghiệp</a:t>
            </a:r>
            <a:r>
              <a:rPr lang="en-US" sz="1600" dirty="0"/>
              <a:t> </a:t>
            </a:r>
            <a:r>
              <a:rPr lang="en-US" sz="1600" dirty="0" err="1"/>
              <a:t>vụ</a:t>
            </a:r>
            <a:endParaRPr lang="en-US" sz="1600" dirty="0"/>
          </a:p>
          <a:p>
            <a:r>
              <a:rPr lang="en-US" sz="1600" dirty="0"/>
              <a:t>MySQL </a:t>
            </a:r>
            <a:r>
              <a:rPr lang="en-US" sz="1600" dirty="0" err="1"/>
              <a:t>lưu</a:t>
            </a:r>
            <a:r>
              <a:rPr lang="en-US" sz="1600" dirty="0"/>
              <a:t> </a:t>
            </a:r>
            <a:r>
              <a:rPr lang="en-US" sz="1600" dirty="0" err="1"/>
              <a:t>trữ</a:t>
            </a:r>
            <a:r>
              <a:rPr lang="en-US" sz="1600" dirty="0"/>
              <a:t> </a:t>
            </a:r>
            <a:r>
              <a:rPr lang="en-US" sz="1600" dirty="0" err="1"/>
              <a:t>dữ</a:t>
            </a:r>
            <a:r>
              <a:rPr lang="en-US" sz="1600" dirty="0"/>
              <a:t> </a:t>
            </a:r>
            <a:r>
              <a:rPr lang="en-US" sz="1600" dirty="0" err="1"/>
              <a:t>liệu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163827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3842A-3AA2-3DDD-9979-3646E5F09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CƠ SỞ DỮ LIỆU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12FFDC0-8027-9546-AD3B-28FB1142FC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1884" y="1329088"/>
            <a:ext cx="7000568" cy="4958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2321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5F7E3B-C5F1-40E0-A491-558BAFBC1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241804" y="1460500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94B1195F-A2B4-7A5A-E9F0-394C0E59C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816638"/>
            <a:ext cx="3367359" cy="5224724"/>
          </a:xfrm>
        </p:spPr>
        <p:txBody>
          <a:bodyPr anchor="ctr">
            <a:normAutofit/>
          </a:bodyPr>
          <a:lstStyle/>
          <a:p>
            <a:r>
              <a:rPr lang="en-US" dirty="0"/>
              <a:t>CHỨC NĂNG HỆ THỐNG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B0805-E70F-C082-7652-8BC52DA2E8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816638"/>
            <a:ext cx="4619706" cy="5224724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300" dirty="0" err="1"/>
              <a:t>Khách</a:t>
            </a:r>
            <a:r>
              <a:rPr lang="en-US" sz="1300" dirty="0"/>
              <a:t> </a:t>
            </a:r>
            <a:r>
              <a:rPr lang="en-US" sz="1300" dirty="0" err="1"/>
              <a:t>hàng</a:t>
            </a:r>
            <a:endParaRPr lang="en-US" sz="1300" dirty="0"/>
          </a:p>
          <a:p>
            <a:pPr>
              <a:lnSpc>
                <a:spcPct val="90000"/>
              </a:lnSpc>
            </a:pPr>
            <a:r>
              <a:rPr lang="en-US" sz="1300" dirty="0" err="1"/>
              <a:t>Đăng</a:t>
            </a:r>
            <a:r>
              <a:rPr lang="en-US" sz="1300" dirty="0"/>
              <a:t> </a:t>
            </a:r>
            <a:r>
              <a:rPr lang="en-US" sz="1300" dirty="0" err="1"/>
              <a:t>ký</a:t>
            </a:r>
            <a:r>
              <a:rPr lang="en-US" sz="1300" dirty="0"/>
              <a:t> </a:t>
            </a:r>
          </a:p>
          <a:p>
            <a:pPr>
              <a:lnSpc>
                <a:spcPct val="90000"/>
              </a:lnSpc>
            </a:pPr>
            <a:r>
              <a:rPr lang="en-US" sz="1300" dirty="0" err="1"/>
              <a:t>Đăng</a:t>
            </a:r>
            <a:r>
              <a:rPr lang="en-US" sz="1300" dirty="0"/>
              <a:t> </a:t>
            </a:r>
            <a:r>
              <a:rPr lang="en-US" sz="1300" dirty="0" err="1"/>
              <a:t>nhập</a:t>
            </a:r>
            <a:r>
              <a:rPr lang="en-US" sz="1300" dirty="0"/>
              <a:t> </a:t>
            </a:r>
          </a:p>
          <a:p>
            <a:pPr>
              <a:lnSpc>
                <a:spcPct val="90000"/>
              </a:lnSpc>
            </a:pPr>
            <a:r>
              <a:rPr lang="en-US" sz="1300" dirty="0"/>
              <a:t>Google Login </a:t>
            </a:r>
          </a:p>
          <a:p>
            <a:pPr>
              <a:lnSpc>
                <a:spcPct val="90000"/>
              </a:lnSpc>
            </a:pPr>
            <a:r>
              <a:rPr lang="en-US" sz="1300" dirty="0" err="1"/>
              <a:t>Tìm</a:t>
            </a:r>
            <a:r>
              <a:rPr lang="en-US" sz="1300" dirty="0"/>
              <a:t> </a:t>
            </a:r>
            <a:r>
              <a:rPr lang="en-US" sz="1300" dirty="0" err="1"/>
              <a:t>kiếm</a:t>
            </a:r>
            <a:r>
              <a:rPr lang="en-US" sz="1300" dirty="0"/>
              <a:t> </a:t>
            </a:r>
          </a:p>
          <a:p>
            <a:pPr>
              <a:lnSpc>
                <a:spcPct val="90000"/>
              </a:lnSpc>
            </a:pPr>
            <a:r>
              <a:rPr lang="en-US" sz="1300" dirty="0" err="1"/>
              <a:t>Đặt</a:t>
            </a:r>
            <a:r>
              <a:rPr lang="en-US" sz="1300" dirty="0"/>
              <a:t> </a:t>
            </a:r>
            <a:r>
              <a:rPr lang="en-US" sz="1300" dirty="0" err="1"/>
              <a:t>phòng</a:t>
            </a:r>
            <a:r>
              <a:rPr lang="en-US" sz="1300" dirty="0"/>
              <a:t> </a:t>
            </a:r>
          </a:p>
          <a:p>
            <a:pPr>
              <a:lnSpc>
                <a:spcPct val="90000"/>
              </a:lnSpc>
            </a:pPr>
            <a:r>
              <a:rPr lang="en-US" sz="1300" dirty="0" err="1"/>
              <a:t>Yêu</a:t>
            </a:r>
            <a:r>
              <a:rPr lang="en-US" sz="1300" dirty="0"/>
              <a:t> </a:t>
            </a:r>
            <a:r>
              <a:rPr lang="en-US" sz="1300" dirty="0" err="1"/>
              <a:t>thích</a:t>
            </a:r>
            <a:r>
              <a:rPr lang="en-US" sz="1300" dirty="0"/>
              <a:t> </a:t>
            </a:r>
          </a:p>
          <a:p>
            <a:pPr>
              <a:lnSpc>
                <a:spcPct val="90000"/>
              </a:lnSpc>
            </a:pPr>
            <a:r>
              <a:rPr lang="en-US" sz="1300" dirty="0" err="1"/>
              <a:t>Đánh</a:t>
            </a:r>
            <a:r>
              <a:rPr lang="en-US" sz="1300" dirty="0"/>
              <a:t> </a:t>
            </a:r>
            <a:r>
              <a:rPr lang="en-US" sz="1300" dirty="0" err="1"/>
              <a:t>giá</a:t>
            </a:r>
            <a:r>
              <a:rPr lang="en-US" sz="1300" dirty="0"/>
              <a:t> </a:t>
            </a:r>
          </a:p>
          <a:p>
            <a:pPr>
              <a:lnSpc>
                <a:spcPct val="90000"/>
              </a:lnSpc>
            </a:pPr>
            <a:r>
              <a:rPr lang="en-US" sz="1300" dirty="0" err="1"/>
              <a:t>Nhận</a:t>
            </a:r>
            <a:r>
              <a:rPr lang="en-US" sz="1300" dirty="0"/>
              <a:t> </a:t>
            </a:r>
            <a:r>
              <a:rPr lang="en-US" sz="1300" dirty="0" err="1"/>
              <a:t>gợi</a:t>
            </a:r>
            <a:r>
              <a:rPr lang="en-US" sz="1300" dirty="0"/>
              <a:t> ý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300" dirty="0" err="1"/>
              <a:t>Chủ</a:t>
            </a:r>
            <a:r>
              <a:rPr lang="en-US" sz="1300" dirty="0"/>
              <a:t> </a:t>
            </a:r>
            <a:r>
              <a:rPr lang="en-US" sz="1300" dirty="0" err="1"/>
              <a:t>khách</a:t>
            </a:r>
            <a:r>
              <a:rPr lang="en-US" sz="1300" dirty="0"/>
              <a:t> </a:t>
            </a:r>
            <a:r>
              <a:rPr lang="en-US" sz="1300" dirty="0" err="1"/>
              <a:t>sạn</a:t>
            </a:r>
            <a:endParaRPr lang="en-US" sz="1300" dirty="0"/>
          </a:p>
          <a:p>
            <a:pPr>
              <a:lnSpc>
                <a:spcPct val="90000"/>
              </a:lnSpc>
            </a:pPr>
            <a:r>
              <a:rPr lang="en-US" sz="1300" dirty="0"/>
              <a:t>Quản </a:t>
            </a:r>
            <a:r>
              <a:rPr lang="en-US" sz="1300" dirty="0" err="1"/>
              <a:t>lý</a:t>
            </a:r>
            <a:r>
              <a:rPr lang="en-US" sz="1300" dirty="0"/>
              <a:t> </a:t>
            </a:r>
            <a:r>
              <a:rPr lang="en-US" sz="1300" dirty="0" err="1"/>
              <a:t>khách</a:t>
            </a:r>
            <a:r>
              <a:rPr lang="en-US" sz="1300" dirty="0"/>
              <a:t> </a:t>
            </a:r>
            <a:r>
              <a:rPr lang="en-US" sz="1300" dirty="0" err="1"/>
              <a:t>sạn</a:t>
            </a:r>
            <a:r>
              <a:rPr lang="en-US" sz="1300" dirty="0"/>
              <a:t> </a:t>
            </a:r>
          </a:p>
          <a:p>
            <a:pPr>
              <a:lnSpc>
                <a:spcPct val="90000"/>
              </a:lnSpc>
            </a:pPr>
            <a:r>
              <a:rPr lang="en-US" sz="1300" dirty="0"/>
              <a:t>Quản </a:t>
            </a:r>
            <a:r>
              <a:rPr lang="en-US" sz="1300" dirty="0" err="1"/>
              <a:t>lý</a:t>
            </a:r>
            <a:r>
              <a:rPr lang="en-US" sz="1300" dirty="0"/>
              <a:t> </a:t>
            </a:r>
            <a:r>
              <a:rPr lang="en-US" sz="1300" dirty="0" err="1"/>
              <a:t>phòng</a:t>
            </a:r>
            <a:r>
              <a:rPr lang="en-US" sz="1300" dirty="0"/>
              <a:t> </a:t>
            </a:r>
          </a:p>
          <a:p>
            <a:pPr>
              <a:lnSpc>
                <a:spcPct val="90000"/>
              </a:lnSpc>
            </a:pPr>
            <a:r>
              <a:rPr lang="en-US" sz="1300" dirty="0"/>
              <a:t>Quản </a:t>
            </a:r>
            <a:r>
              <a:rPr lang="en-US" sz="1300" dirty="0" err="1"/>
              <a:t>lý</a:t>
            </a:r>
            <a:r>
              <a:rPr lang="en-US" sz="1300" dirty="0"/>
              <a:t> </a:t>
            </a:r>
            <a:r>
              <a:rPr lang="en-US" sz="1300" dirty="0" err="1"/>
              <a:t>đơn</a:t>
            </a:r>
            <a:r>
              <a:rPr lang="en-US" sz="1300" dirty="0"/>
              <a:t>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300" dirty="0"/>
              <a:t>Admin</a:t>
            </a:r>
          </a:p>
          <a:p>
            <a:pPr>
              <a:lnSpc>
                <a:spcPct val="90000"/>
              </a:lnSpc>
            </a:pPr>
            <a:r>
              <a:rPr lang="en-US" sz="1300" dirty="0"/>
              <a:t>Quản </a:t>
            </a:r>
            <a:r>
              <a:rPr lang="en-US" sz="1300" dirty="0" err="1"/>
              <a:t>lý</a:t>
            </a:r>
            <a:r>
              <a:rPr lang="en-US" sz="1300" dirty="0"/>
              <a:t> </a:t>
            </a:r>
            <a:r>
              <a:rPr lang="en-US" sz="1300" dirty="0" err="1"/>
              <a:t>người</a:t>
            </a:r>
            <a:r>
              <a:rPr lang="en-US" sz="1300" dirty="0"/>
              <a:t> </a:t>
            </a:r>
            <a:r>
              <a:rPr lang="en-US" sz="1300" dirty="0" err="1"/>
              <a:t>dùng</a:t>
            </a:r>
            <a:r>
              <a:rPr lang="en-US" sz="1300" dirty="0"/>
              <a:t> </a:t>
            </a:r>
          </a:p>
          <a:p>
            <a:pPr>
              <a:lnSpc>
                <a:spcPct val="90000"/>
              </a:lnSpc>
            </a:pPr>
            <a:r>
              <a:rPr lang="en-US" sz="1300" dirty="0"/>
              <a:t>Quản </a:t>
            </a:r>
            <a:r>
              <a:rPr lang="en-US" sz="1300" dirty="0" err="1"/>
              <a:t>lý</a:t>
            </a:r>
            <a:r>
              <a:rPr lang="en-US" sz="1300" dirty="0"/>
              <a:t> </a:t>
            </a:r>
            <a:r>
              <a:rPr lang="en-US" sz="1300" dirty="0" err="1"/>
              <a:t>khách</a:t>
            </a:r>
            <a:r>
              <a:rPr lang="en-US" sz="1300" dirty="0"/>
              <a:t> </a:t>
            </a:r>
            <a:r>
              <a:rPr lang="en-US" sz="1300" dirty="0" err="1"/>
              <a:t>sạn</a:t>
            </a:r>
            <a:r>
              <a:rPr lang="en-US" sz="1300" dirty="0"/>
              <a:t> </a:t>
            </a:r>
          </a:p>
          <a:p>
            <a:pPr>
              <a:lnSpc>
                <a:spcPct val="90000"/>
              </a:lnSpc>
            </a:pPr>
            <a:r>
              <a:rPr lang="en-US" sz="1300" dirty="0" err="1"/>
              <a:t>Duyệt</a:t>
            </a:r>
            <a:r>
              <a:rPr lang="en-US" sz="1300" dirty="0"/>
              <a:t> </a:t>
            </a:r>
            <a:r>
              <a:rPr lang="en-US" sz="1300" dirty="0" err="1"/>
              <a:t>khách</a:t>
            </a:r>
            <a:r>
              <a:rPr lang="en-US" sz="1300" dirty="0"/>
              <a:t> </a:t>
            </a:r>
            <a:r>
              <a:rPr lang="en-US" sz="1300" dirty="0" err="1"/>
              <a:t>sạn</a:t>
            </a:r>
            <a:endParaRPr lang="en-US" sz="1300" dirty="0"/>
          </a:p>
          <a:p>
            <a:pPr>
              <a:lnSpc>
                <a:spcPct val="90000"/>
              </a:lnSpc>
            </a:pP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9533573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4B7AAF-5D7A-9599-35DC-B2D50582C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r>
              <a:rPr lang="en-US" dirty="0"/>
              <a:t>QUY TRÌNH TÌM KIẾM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8560470-6176-BDB1-725D-92C9C50AF9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9329799"/>
              </p:ext>
            </p:extLst>
          </p:nvPr>
        </p:nvGraphicFramePr>
        <p:xfrm>
          <a:off x="1286933" y="1948543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85A85F6-79DA-FB0E-2696-277DD7230AE6}"/>
              </a:ext>
            </a:extLst>
          </p:cNvPr>
          <p:cNvCxnSpPr/>
          <p:nvPr/>
        </p:nvCxnSpPr>
        <p:spPr>
          <a:xfrm>
            <a:off x="4218039" y="2969342"/>
            <a:ext cx="39329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AD8A8EC-151E-9647-2EAD-79A32B0967C2}"/>
              </a:ext>
            </a:extLst>
          </p:cNvPr>
          <p:cNvCxnSpPr/>
          <p:nvPr/>
        </p:nvCxnSpPr>
        <p:spPr>
          <a:xfrm>
            <a:off x="7561006" y="2910348"/>
            <a:ext cx="39329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0233F9B-5132-C667-D6A6-771C5399C819}"/>
              </a:ext>
            </a:extLst>
          </p:cNvPr>
          <p:cNvCxnSpPr/>
          <p:nvPr/>
        </p:nvCxnSpPr>
        <p:spPr>
          <a:xfrm>
            <a:off x="9438967" y="3831303"/>
            <a:ext cx="0" cy="36379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A4C5AAC-0B03-E753-71A5-263EC41ACE7E}"/>
              </a:ext>
            </a:extLst>
          </p:cNvPr>
          <p:cNvCxnSpPr/>
          <p:nvPr/>
        </p:nvCxnSpPr>
        <p:spPr>
          <a:xfrm flipH="1">
            <a:off x="7561006" y="5053781"/>
            <a:ext cx="39329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83957E5-1A8E-7A0E-8AD3-C858A94BDF4E}"/>
              </a:ext>
            </a:extLst>
          </p:cNvPr>
          <p:cNvCxnSpPr/>
          <p:nvPr/>
        </p:nvCxnSpPr>
        <p:spPr>
          <a:xfrm flipH="1">
            <a:off x="4218039" y="4876800"/>
            <a:ext cx="39329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45141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roup 53">
            <a:extLst>
              <a:ext uri="{FF2B5EF4-FFF2-40B4-BE49-F238E27FC236}">
                <a16:creationId xmlns:a16="http://schemas.microsoft.com/office/drawing/2014/main" id="{609316A9-990D-4EC3-A671-70EE5C1493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9B0C6109-9159-49CA-AD7A-F9035539DB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686F14F5-308C-4EB6-87AB-05DE9501B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Rectangle 23">
              <a:extLst>
                <a:ext uri="{FF2B5EF4-FFF2-40B4-BE49-F238E27FC236}">
                  <a16:creationId xmlns:a16="http://schemas.microsoft.com/office/drawing/2014/main" id="{BA032363-A188-47C5-9D59-9B788809DC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4" name="Rectangle 25">
              <a:extLst>
                <a:ext uri="{FF2B5EF4-FFF2-40B4-BE49-F238E27FC236}">
                  <a16:creationId xmlns:a16="http://schemas.microsoft.com/office/drawing/2014/main" id="{2C4077DF-6BB9-4069-AD28-6B1664EBB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7" name="Isosceles Triangle 56">
              <a:extLst>
                <a:ext uri="{FF2B5EF4-FFF2-40B4-BE49-F238E27FC236}">
                  <a16:creationId xmlns:a16="http://schemas.microsoft.com/office/drawing/2014/main" id="{1D2B8B50-3419-41ED-9A9F-3CF9EEB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8" name="Rectangle 27">
              <a:extLst>
                <a:ext uri="{FF2B5EF4-FFF2-40B4-BE49-F238E27FC236}">
                  <a16:creationId xmlns:a16="http://schemas.microsoft.com/office/drawing/2014/main" id="{5C640498-2E73-4FA2-BEB6-C3596A458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9" name="Rectangle 28">
              <a:extLst>
                <a:ext uri="{FF2B5EF4-FFF2-40B4-BE49-F238E27FC236}">
                  <a16:creationId xmlns:a16="http://schemas.microsoft.com/office/drawing/2014/main" id="{3240EEFC-4112-4C39-A816-C815774F6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0" name="Rectangle 29">
              <a:extLst>
                <a:ext uri="{FF2B5EF4-FFF2-40B4-BE49-F238E27FC236}">
                  <a16:creationId xmlns:a16="http://schemas.microsoft.com/office/drawing/2014/main" id="{ADF362B0-03EA-4800-9FAA-9F128587E4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1" name="Isosceles Triangle 60">
              <a:extLst>
                <a:ext uri="{FF2B5EF4-FFF2-40B4-BE49-F238E27FC236}">
                  <a16:creationId xmlns:a16="http://schemas.microsoft.com/office/drawing/2014/main" id="{0BA84559-2F4C-4795-9246-4C563F942D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2" name="Isosceles Triangle 61">
              <a:extLst>
                <a:ext uri="{FF2B5EF4-FFF2-40B4-BE49-F238E27FC236}">
                  <a16:creationId xmlns:a16="http://schemas.microsoft.com/office/drawing/2014/main" id="{FA77A1AA-CA47-4A91-A0A1-0A8CE31A98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63" name="Rectangle 62">
            <a:extLst>
              <a:ext uri="{FF2B5EF4-FFF2-40B4-BE49-F238E27FC236}">
                <a16:creationId xmlns:a16="http://schemas.microsoft.com/office/drawing/2014/main" id="{03E8462A-FEBA-4848-81CC-3F8DA3E47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109F83F-40FE-4DB3-84CC-09FB3340D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1DE492D7-C3C3-48FF-80C8-37021EA026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Rectangle 23">
              <a:extLst>
                <a:ext uri="{FF2B5EF4-FFF2-40B4-BE49-F238E27FC236}">
                  <a16:creationId xmlns:a16="http://schemas.microsoft.com/office/drawing/2014/main" id="{0B30FF97-2E9A-490A-AED2-90BA2E0EC1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7" name="Rectangle 25">
              <a:extLst>
                <a:ext uri="{FF2B5EF4-FFF2-40B4-BE49-F238E27FC236}">
                  <a16:creationId xmlns:a16="http://schemas.microsoft.com/office/drawing/2014/main" id="{B6D53C7D-A312-47B6-A66A-230A19CFA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8" name="Isosceles Triangle 47">
              <a:extLst>
                <a:ext uri="{FF2B5EF4-FFF2-40B4-BE49-F238E27FC236}">
                  <a16:creationId xmlns:a16="http://schemas.microsoft.com/office/drawing/2014/main" id="{9329D58C-0D2E-4A2B-AD6A-9CEE506784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9" name="Rectangle 27">
              <a:extLst>
                <a:ext uri="{FF2B5EF4-FFF2-40B4-BE49-F238E27FC236}">
                  <a16:creationId xmlns:a16="http://schemas.microsoft.com/office/drawing/2014/main" id="{9D446EDE-C690-4461-8BF2-7634808FC8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0" name="Rectangle 28">
              <a:extLst>
                <a:ext uri="{FF2B5EF4-FFF2-40B4-BE49-F238E27FC236}">
                  <a16:creationId xmlns:a16="http://schemas.microsoft.com/office/drawing/2014/main" id="{323F3D34-6531-4AD7-A8C6-195A090281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1" name="Rectangle 29">
              <a:extLst>
                <a:ext uri="{FF2B5EF4-FFF2-40B4-BE49-F238E27FC236}">
                  <a16:creationId xmlns:a16="http://schemas.microsoft.com/office/drawing/2014/main" id="{B9B0AE3F-2350-435F-A9B0-C310BF8763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2" name="Isosceles Triangle 51">
              <a:extLst>
                <a:ext uri="{FF2B5EF4-FFF2-40B4-BE49-F238E27FC236}">
                  <a16:creationId xmlns:a16="http://schemas.microsoft.com/office/drawing/2014/main" id="{4EFA655C-9E50-4C14-A89E-AD7B648E4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3" name="Isosceles Triangle 52">
              <a:extLst>
                <a:ext uri="{FF2B5EF4-FFF2-40B4-BE49-F238E27FC236}">
                  <a16:creationId xmlns:a16="http://schemas.microsoft.com/office/drawing/2014/main" id="{3E843863-7D25-4C01-9A17-E817CB6D99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55" name="Rectangle 54">
            <a:extLst>
              <a:ext uri="{FF2B5EF4-FFF2-40B4-BE49-F238E27FC236}">
                <a16:creationId xmlns:a16="http://schemas.microsoft.com/office/drawing/2014/main" id="{7941F9B1-B01B-4A84-89D9-B169AEB4E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9DA53B-EA4F-485B-06D6-16F469B9C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481" y="1382486"/>
            <a:ext cx="3547581" cy="4093028"/>
          </a:xfrm>
        </p:spPr>
        <p:txBody>
          <a:bodyPr anchor="ctr">
            <a:normAutofit/>
          </a:bodyPr>
          <a:lstStyle/>
          <a:p>
            <a:r>
              <a:rPr lang="en-US" sz="4400"/>
              <a:t>HỆ THỐNG GỢI Ý KHÁCH SẠN</a:t>
            </a:r>
          </a:p>
        </p:txBody>
      </p:sp>
      <p:graphicFrame>
        <p:nvGraphicFramePr>
          <p:cNvPr id="25" name="Content Placeholder 2">
            <a:extLst>
              <a:ext uri="{FF2B5EF4-FFF2-40B4-BE49-F238E27FC236}">
                <a16:creationId xmlns:a16="http://schemas.microsoft.com/office/drawing/2014/main" id="{3FD7101E-A932-A6D1-77C3-0F5146F6A8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5384458"/>
              </p:ext>
            </p:extLst>
          </p:nvPr>
        </p:nvGraphicFramePr>
        <p:xfrm>
          <a:off x="4916553" y="944563"/>
          <a:ext cx="6628804" cy="4979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149216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55AE6B0-AC9E-4167-806F-E9DB135FC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136614-3AA1-5DC2-FCFD-9A587CF6B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481" y="1382486"/>
            <a:ext cx="3547581" cy="4093028"/>
          </a:xfrm>
        </p:spPr>
        <p:txBody>
          <a:bodyPr anchor="ctr">
            <a:normAutofit/>
          </a:bodyPr>
          <a:lstStyle/>
          <a:p>
            <a:r>
              <a:rPr lang="en-US" sz="4400"/>
              <a:t>THUẬT TOÁN GỢI Ý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523416A-383B-4FDC-B4C9-D8EDDFE9C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9267" y="-8467"/>
            <a:ext cx="4766733" cy="6866467"/>
            <a:chOff x="7425267" y="-8467"/>
            <a:chExt cx="4766733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B0D29D5-3F7C-4197-821B-6D60A66CC0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47FB49A-3541-428A-AADE-682A3C505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D96F53DC-08F1-42C6-B558-B83D54B27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AFE48CAF-A51C-463F-A570-ED99439A5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01F0C48B-50FF-4351-8207-16D0960483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300384B6-5ED6-4F91-A548-B706D8375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337AFFAE-C182-463C-9459-8AB3C69D9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510ACF17-C3F0-42BF-BDEB-D07927712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E804EFD0-B84E-476F-9FC6-6C4A42EA0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87BD1F4E-A66D-4C06-86DA-8D56CA7A3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77719" y="0"/>
            <a:ext cx="621428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ADEEC25-9BD2-8174-7889-3270307594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18069031"/>
              </p:ext>
            </p:extLst>
          </p:nvPr>
        </p:nvGraphicFramePr>
        <p:xfrm>
          <a:off x="4916553" y="944563"/>
          <a:ext cx="6628804" cy="4979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960542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55AE6B0-AC9E-4167-806F-E9DB135FC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F8F94B-F44D-E0EF-4CBD-E83A64908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481" y="1382486"/>
            <a:ext cx="3547581" cy="4093028"/>
          </a:xfrm>
        </p:spPr>
        <p:txBody>
          <a:bodyPr anchor="ctr">
            <a:normAutofit/>
          </a:bodyPr>
          <a:lstStyle/>
          <a:p>
            <a:r>
              <a:rPr lang="en-US" sz="4400"/>
              <a:t>KẾT QUẢ ĐẠT ĐƯỢC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523416A-383B-4FDC-B4C9-D8EDDFE9C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9267" y="-8467"/>
            <a:ext cx="4766733" cy="6866467"/>
            <a:chOff x="7425267" y="-8467"/>
            <a:chExt cx="4766733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B0D29D5-3F7C-4197-821B-6D60A66CC0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47FB49A-3541-428A-AADE-682A3C505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D96F53DC-08F1-42C6-B558-B83D54B27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AFE48CAF-A51C-463F-A570-ED99439A5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01F0C48B-50FF-4351-8207-16D0960483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300384B6-5ED6-4F91-A548-B706D8375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337AFFAE-C182-463C-9459-8AB3C69D9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510ACF17-C3F0-42BF-BDEB-D07927712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E804EFD0-B84E-476F-9FC6-6C4A42EA0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87BD1F4E-A66D-4C06-86DA-8D56CA7A3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77719" y="0"/>
            <a:ext cx="621428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9E4BC68-6837-3518-2A25-BF2450307C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12620"/>
              </p:ext>
            </p:extLst>
          </p:nvPr>
        </p:nvGraphicFramePr>
        <p:xfrm>
          <a:off x="4916553" y="944563"/>
          <a:ext cx="6628804" cy="4979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090075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55AE6B0-AC9E-4167-806F-E9DB135FC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7DE505-E773-8C7C-580B-E8675B2B1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481" y="1382486"/>
            <a:ext cx="3547581" cy="4093028"/>
          </a:xfrm>
        </p:spPr>
        <p:txBody>
          <a:bodyPr anchor="ctr">
            <a:normAutofit/>
          </a:bodyPr>
          <a:lstStyle/>
          <a:p>
            <a:r>
              <a:rPr lang="en-US" sz="4400"/>
              <a:t>HẠN CHẾ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523416A-383B-4FDC-B4C9-D8EDDFE9C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9267" y="-8467"/>
            <a:ext cx="4766733" cy="6866467"/>
            <a:chOff x="7425267" y="-8467"/>
            <a:chExt cx="4766733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B0D29D5-3F7C-4197-821B-6D60A66CC0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47FB49A-3541-428A-AADE-682A3C505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D96F53DC-08F1-42C6-B558-B83D54B27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AFE48CAF-A51C-463F-A570-ED99439A5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01F0C48B-50FF-4351-8207-16D0960483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300384B6-5ED6-4F91-A548-B706D8375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337AFFAE-C182-463C-9459-8AB3C69D9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510ACF17-C3F0-42BF-BDEB-D07927712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E804EFD0-B84E-476F-9FC6-6C4A42EA0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87BD1F4E-A66D-4C06-86DA-8D56CA7A3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77719" y="0"/>
            <a:ext cx="621428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D6DA6C7-5F9A-DB0F-E564-5A95CD1FB1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8178885"/>
              </p:ext>
            </p:extLst>
          </p:nvPr>
        </p:nvGraphicFramePr>
        <p:xfrm>
          <a:off x="4916553" y="944563"/>
          <a:ext cx="6628804" cy="4979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907251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655AE6B0-AC9E-4167-806F-E9DB135FC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8AEEA8-C857-B541-83F9-60E3D3281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481" y="1382486"/>
            <a:ext cx="3547581" cy="4093028"/>
          </a:xfrm>
        </p:spPr>
        <p:txBody>
          <a:bodyPr anchor="ctr">
            <a:normAutofit/>
          </a:bodyPr>
          <a:lstStyle/>
          <a:p>
            <a:r>
              <a:rPr lang="en-US" sz="4400"/>
              <a:t>HƯỚNG PHÁT TRIỂN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523416A-383B-4FDC-B4C9-D8EDDFE9C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9267" y="-8467"/>
            <a:ext cx="4766733" cy="6866467"/>
            <a:chOff x="7425267" y="-8467"/>
            <a:chExt cx="4766733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B0D29D5-3F7C-4197-821B-6D60A66CC0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47FB49A-3541-428A-AADE-682A3C505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3">
              <a:extLst>
                <a:ext uri="{FF2B5EF4-FFF2-40B4-BE49-F238E27FC236}">
                  <a16:creationId xmlns:a16="http://schemas.microsoft.com/office/drawing/2014/main" id="{D96F53DC-08F1-42C6-B558-B83D54B27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5">
              <a:extLst>
                <a:ext uri="{FF2B5EF4-FFF2-40B4-BE49-F238E27FC236}">
                  <a16:creationId xmlns:a16="http://schemas.microsoft.com/office/drawing/2014/main" id="{AFE48CAF-A51C-463F-A570-ED99439A5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>
              <a:extLst>
                <a:ext uri="{FF2B5EF4-FFF2-40B4-BE49-F238E27FC236}">
                  <a16:creationId xmlns:a16="http://schemas.microsoft.com/office/drawing/2014/main" id="{01F0C48B-50FF-4351-8207-16D0960483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7">
              <a:extLst>
                <a:ext uri="{FF2B5EF4-FFF2-40B4-BE49-F238E27FC236}">
                  <a16:creationId xmlns:a16="http://schemas.microsoft.com/office/drawing/2014/main" id="{300384B6-5ED6-4F91-A548-B706D8375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8">
              <a:extLst>
                <a:ext uri="{FF2B5EF4-FFF2-40B4-BE49-F238E27FC236}">
                  <a16:creationId xmlns:a16="http://schemas.microsoft.com/office/drawing/2014/main" id="{337AFFAE-C182-463C-9459-8AB3C69D9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Rectangle 29">
              <a:extLst>
                <a:ext uri="{FF2B5EF4-FFF2-40B4-BE49-F238E27FC236}">
                  <a16:creationId xmlns:a16="http://schemas.microsoft.com/office/drawing/2014/main" id="{510ACF17-C3F0-42BF-BDEB-D07927712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E804EFD0-B84E-476F-9FC6-6C4A42EA0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87BD1F4E-A66D-4C06-86DA-8D56CA7A3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77719" y="0"/>
            <a:ext cx="621428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4" name="Content Placeholder 2">
            <a:extLst>
              <a:ext uri="{FF2B5EF4-FFF2-40B4-BE49-F238E27FC236}">
                <a16:creationId xmlns:a16="http://schemas.microsoft.com/office/drawing/2014/main" id="{D831C541-14B2-CD45-50E2-4A83EA0FE1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1042878"/>
              </p:ext>
            </p:extLst>
          </p:nvPr>
        </p:nvGraphicFramePr>
        <p:xfrm>
          <a:off x="4916553" y="944563"/>
          <a:ext cx="6628804" cy="4979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236462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55AE6B0-AC9E-4167-806F-E9DB135FC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227227-8D78-3875-CD84-DD6A66CE0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481" y="1382486"/>
            <a:ext cx="3547581" cy="4093028"/>
          </a:xfrm>
        </p:spPr>
        <p:txBody>
          <a:bodyPr anchor="ctr">
            <a:normAutofit/>
          </a:bodyPr>
          <a:lstStyle/>
          <a:p>
            <a:r>
              <a:rPr lang="en-US" sz="4400"/>
              <a:t>KẾT LUẬN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523416A-383B-4FDC-B4C9-D8EDDFE9C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9267" y="-8467"/>
            <a:ext cx="4766733" cy="6866467"/>
            <a:chOff x="7425267" y="-8467"/>
            <a:chExt cx="4766733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B0D29D5-3F7C-4197-821B-6D60A66CC0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47FB49A-3541-428A-AADE-682A3C505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D96F53DC-08F1-42C6-B558-B83D54B27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AFE48CAF-A51C-463F-A570-ED99439A5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01F0C48B-50FF-4351-8207-16D0960483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300384B6-5ED6-4F91-A548-B706D8375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337AFFAE-C182-463C-9459-8AB3C69D9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510ACF17-C3F0-42BF-BDEB-D07927712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E804EFD0-B84E-476F-9FC6-6C4A42EA0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87BD1F4E-A66D-4C06-86DA-8D56CA7A3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77719" y="0"/>
            <a:ext cx="621428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29C6198-D131-3526-3940-A7EF6E5E80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3894449"/>
              </p:ext>
            </p:extLst>
          </p:nvPr>
        </p:nvGraphicFramePr>
        <p:xfrm>
          <a:off x="4916553" y="944563"/>
          <a:ext cx="6628804" cy="4979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834637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60">
            <a:extLst>
              <a:ext uri="{FF2B5EF4-FFF2-40B4-BE49-F238E27FC236}">
                <a16:creationId xmlns:a16="http://schemas.microsoft.com/office/drawing/2014/main" id="{28460BD8-AE3F-4AC9-9D0B-717052AA5D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54420CFE-F482-466E-9E1E-C78513C0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331032B-BD21-4BDA-920C-12E3580525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Rectangle 23">
              <a:extLst>
                <a:ext uri="{FF2B5EF4-FFF2-40B4-BE49-F238E27FC236}">
                  <a16:creationId xmlns:a16="http://schemas.microsoft.com/office/drawing/2014/main" id="{E7514DA3-59E7-409E-8A3B-AD097F6E56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5" name="Rectangle 25">
              <a:extLst>
                <a:ext uri="{FF2B5EF4-FFF2-40B4-BE49-F238E27FC236}">
                  <a16:creationId xmlns:a16="http://schemas.microsoft.com/office/drawing/2014/main" id="{57B9A2A6-3BE4-4599-9364-F71C5BFD61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7" name="Isosceles Triangle 66">
              <a:extLst>
                <a:ext uri="{FF2B5EF4-FFF2-40B4-BE49-F238E27FC236}">
                  <a16:creationId xmlns:a16="http://schemas.microsoft.com/office/drawing/2014/main" id="{4FD744C6-4ED8-4BC9-BF68-6BDF701C5D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8" name="Rectangle 27">
              <a:extLst>
                <a:ext uri="{FF2B5EF4-FFF2-40B4-BE49-F238E27FC236}">
                  <a16:creationId xmlns:a16="http://schemas.microsoft.com/office/drawing/2014/main" id="{092C5BAD-C911-4F8F-A1C5-470268BE6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9" name="Rectangle 28">
              <a:extLst>
                <a:ext uri="{FF2B5EF4-FFF2-40B4-BE49-F238E27FC236}">
                  <a16:creationId xmlns:a16="http://schemas.microsoft.com/office/drawing/2014/main" id="{B133D0C8-4EC4-424F-8E70-0482D5B1B6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0" name="Rectangle 29">
              <a:extLst>
                <a:ext uri="{FF2B5EF4-FFF2-40B4-BE49-F238E27FC236}">
                  <a16:creationId xmlns:a16="http://schemas.microsoft.com/office/drawing/2014/main" id="{7B1532A0-F4B3-4DE8-B18F-740CAAD25A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1" name="Isosceles Triangle 70">
              <a:extLst>
                <a:ext uri="{FF2B5EF4-FFF2-40B4-BE49-F238E27FC236}">
                  <a16:creationId xmlns:a16="http://schemas.microsoft.com/office/drawing/2014/main" id="{8EFDD162-BBBA-4062-8BBF-53DBA10913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2" name="Isosceles Triangle 71">
              <a:extLst>
                <a:ext uri="{FF2B5EF4-FFF2-40B4-BE49-F238E27FC236}">
                  <a16:creationId xmlns:a16="http://schemas.microsoft.com/office/drawing/2014/main" id="{DCFC9E65-3E19-4483-B952-25D29683CA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9179DE42-5613-4B35-A1E6-6CCBAA13C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EB898B32-3891-4C3A-8F58-C5969D2E90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9524500" y="0"/>
            <a:ext cx="12192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4AE4806D-B8F9-4679-A68A-9BD21C01A3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361267" y="3681413"/>
            <a:ext cx="476355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ectangle 23">
            <a:extLst>
              <a:ext uri="{FF2B5EF4-FFF2-40B4-BE49-F238E27FC236}">
                <a16:creationId xmlns:a16="http://schemas.microsoft.com/office/drawing/2014/main" id="{52FB45E9-914E-4471-AC87-E475CD5176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25887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7" name="Rectangle 25">
            <a:extLst>
              <a:ext uri="{FF2B5EF4-FFF2-40B4-BE49-F238E27FC236}">
                <a16:creationId xmlns:a16="http://schemas.microsoft.com/office/drawing/2014/main" id="{C310626D-5743-49D4-8F7D-88C4F8F05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2271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8" name="Isosceles Triangle 77">
            <a:extLst>
              <a:ext uri="{FF2B5EF4-FFF2-40B4-BE49-F238E27FC236}">
                <a16:creationId xmlns:a16="http://schemas.microsoft.com/office/drawing/2014/main" id="{3C195FC1-B568-4C72-9902-34CB35DDD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22712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0" name="Rectangle 27">
            <a:extLst>
              <a:ext uri="{FF2B5EF4-FFF2-40B4-BE49-F238E27FC236}">
                <a16:creationId xmlns:a16="http://schemas.microsoft.com/office/drawing/2014/main" id="{EF2BDF77-362C-43F0-8CBB-A969EC2AE0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25886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2" name="Isosceles Triangle 61">
            <a:extLst>
              <a:ext uri="{FF2B5EF4-FFF2-40B4-BE49-F238E27FC236}">
                <a16:creationId xmlns:a16="http://schemas.microsoft.com/office/drawing/2014/main" id="{4BE96B01-3929-432D-B8C2-ADBCB74C2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25887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2A6FCDE6-CDE2-4C51-B18E-A95CFB6797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8467"/>
            <a:ext cx="9175713" cy="6866467"/>
          </a:xfrm>
          <a:custGeom>
            <a:avLst/>
            <a:gdLst>
              <a:gd name="connsiteX0" fmla="*/ 0 w 9175713"/>
              <a:gd name="connsiteY0" fmla="*/ 0 h 6866467"/>
              <a:gd name="connsiteX1" fmla="*/ 1249825 w 9175713"/>
              <a:gd name="connsiteY1" fmla="*/ 0 h 6866467"/>
              <a:gd name="connsiteX2" fmla="*/ 1249825 w 9175713"/>
              <a:gd name="connsiteY2" fmla="*/ 8467 h 6866467"/>
              <a:gd name="connsiteX3" fmla="*/ 9175713 w 9175713"/>
              <a:gd name="connsiteY3" fmla="*/ 8467 h 6866467"/>
              <a:gd name="connsiteX4" fmla="*/ 9175713 w 9175713"/>
              <a:gd name="connsiteY4" fmla="*/ 6866467 h 6866467"/>
              <a:gd name="connsiteX5" fmla="*/ 1249825 w 9175713"/>
              <a:gd name="connsiteY5" fmla="*/ 6866467 h 6866467"/>
              <a:gd name="connsiteX6" fmla="*/ 1109382 w 9175713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75713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9175713" y="8467"/>
                </a:lnTo>
                <a:lnTo>
                  <a:pt x="9175713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7488C4-C428-CDF6-DF86-C33A9572B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120" y="1020871"/>
            <a:ext cx="6960759" cy="2849671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100" b="1" dirty="0">
                <a:solidFill>
                  <a:srgbClr val="FFFFFF"/>
                </a:solidFill>
              </a:rPr>
              <a:t>Xin </a:t>
            </a:r>
            <a:r>
              <a:rPr lang="en-US" sz="5100" b="1" dirty="0" err="1">
                <a:solidFill>
                  <a:srgbClr val="FFFFFF"/>
                </a:solidFill>
              </a:rPr>
              <a:t>cảm</a:t>
            </a:r>
            <a:r>
              <a:rPr lang="en-US" sz="5100" b="1" dirty="0">
                <a:solidFill>
                  <a:srgbClr val="FFFFFF"/>
                </a:solidFill>
              </a:rPr>
              <a:t> </a:t>
            </a:r>
            <a:r>
              <a:rPr lang="en-US" sz="5100" b="1" dirty="0" err="1">
                <a:solidFill>
                  <a:srgbClr val="FFFFFF"/>
                </a:solidFill>
              </a:rPr>
              <a:t>ơn</a:t>
            </a:r>
            <a:r>
              <a:rPr lang="en-US" sz="5100" b="1" dirty="0">
                <a:solidFill>
                  <a:srgbClr val="FFFFFF"/>
                </a:solidFill>
              </a:rPr>
              <a:t> Quý </a:t>
            </a:r>
            <a:r>
              <a:rPr lang="en-US" sz="5100" b="1" dirty="0" err="1">
                <a:solidFill>
                  <a:srgbClr val="FFFFFF"/>
                </a:solidFill>
              </a:rPr>
              <a:t>Thầy</a:t>
            </a:r>
            <a:r>
              <a:rPr lang="en-US" sz="5100" b="1" dirty="0">
                <a:solidFill>
                  <a:srgbClr val="FFFFFF"/>
                </a:solidFill>
              </a:rPr>
              <a:t>/</a:t>
            </a:r>
            <a:r>
              <a:rPr lang="en-US" sz="5100" b="1" dirty="0" err="1">
                <a:solidFill>
                  <a:srgbClr val="FFFFFF"/>
                </a:solidFill>
              </a:rPr>
              <a:t>Cô</a:t>
            </a:r>
            <a:r>
              <a:rPr lang="en-US" sz="5100" b="1" dirty="0">
                <a:solidFill>
                  <a:srgbClr val="FFFFFF"/>
                </a:solidFill>
              </a:rPr>
              <a:t> </a:t>
            </a:r>
            <a:r>
              <a:rPr lang="en-US" sz="5100" b="1" dirty="0" err="1">
                <a:solidFill>
                  <a:srgbClr val="FFFFFF"/>
                </a:solidFill>
              </a:rPr>
              <a:t>đã</a:t>
            </a:r>
            <a:r>
              <a:rPr lang="en-US" sz="5100" b="1" dirty="0">
                <a:solidFill>
                  <a:srgbClr val="FFFFFF"/>
                </a:solidFill>
              </a:rPr>
              <a:t> </a:t>
            </a:r>
            <a:r>
              <a:rPr lang="en-US" sz="5100" b="1" dirty="0" err="1">
                <a:solidFill>
                  <a:srgbClr val="FFFFFF"/>
                </a:solidFill>
              </a:rPr>
              <a:t>lắng</a:t>
            </a:r>
            <a:r>
              <a:rPr lang="en-US" sz="5100" b="1" dirty="0">
                <a:solidFill>
                  <a:srgbClr val="FFFFFF"/>
                </a:solidFill>
              </a:rPr>
              <a:t> </a:t>
            </a:r>
            <a:r>
              <a:rPr lang="en-US" sz="5100" b="1" dirty="0" err="1">
                <a:solidFill>
                  <a:srgbClr val="FFFFFF"/>
                </a:solidFill>
              </a:rPr>
              <a:t>nghe</a:t>
            </a:r>
            <a:r>
              <a:rPr lang="en-US" sz="5100" b="1" dirty="0">
                <a:solidFill>
                  <a:srgbClr val="FFFFFF"/>
                </a:solidFill>
              </a:rPr>
              <a:t>!</a:t>
            </a:r>
            <a:br>
              <a:rPr lang="en-US" sz="5100" dirty="0">
                <a:solidFill>
                  <a:srgbClr val="FFFFFF"/>
                </a:solidFill>
              </a:rPr>
            </a:br>
            <a:endParaRPr lang="en-US" sz="5100" dirty="0">
              <a:solidFill>
                <a:srgbClr val="FFFFFF"/>
              </a:solidFill>
            </a:endParaRPr>
          </a:p>
        </p:txBody>
      </p:sp>
      <p:sp>
        <p:nvSpPr>
          <p:cNvPr id="66" name="Isosceles Triangle 65">
            <a:extLst>
              <a:ext uri="{FF2B5EF4-FFF2-40B4-BE49-F238E27FC236}">
                <a16:creationId xmlns:a16="http://schemas.microsoft.com/office/drawing/2014/main" id="{9D2E8756-2465-473A-BA2A-2DB1D6224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92146" y="3271487"/>
            <a:ext cx="220660" cy="186439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88995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19</TotalTime>
  <Words>503</Words>
  <Application>Microsoft Office PowerPoint</Application>
  <PresentationFormat>Widescreen</PresentationFormat>
  <Paragraphs>126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Trebuchet MS</vt:lpstr>
      <vt:lpstr>Wingdings</vt:lpstr>
      <vt:lpstr>Wingdings 3</vt:lpstr>
      <vt:lpstr>Facet</vt:lpstr>
      <vt:lpstr>XÂY DỰNG HỆ THỐNG HỖ TRỢ TÌM KIẾM VÀ GỢI Ý KHÁCH SẠN TRÊN ĐỊA BÀN TỈNH VĨNH LONG THEO HƯỚNG KẾT HỢP</vt:lpstr>
      <vt:lpstr>NỘI DUNG TRÌNH BÀY</vt:lpstr>
      <vt:lpstr>LÝ DO CHỌN ĐỀ TÀI</vt:lpstr>
      <vt:lpstr>MỤC TIÊU ĐỀ TÀI</vt:lpstr>
      <vt:lpstr>CÔNG NGHỆ SỬ DỤNG</vt:lpstr>
      <vt:lpstr>KIẾN TRÚC HỆ THỐNG</vt:lpstr>
      <vt:lpstr>CƠ SỞ DỮ LIỆU</vt:lpstr>
      <vt:lpstr>CHỨC NĂNG HỆ THỐNG</vt:lpstr>
      <vt:lpstr>QUY TRÌNH TÌM KIẾM</vt:lpstr>
      <vt:lpstr>HỆ THỐNG GỢI Ý KHÁCH SẠN</vt:lpstr>
      <vt:lpstr>THUẬT TOÁN GỢI Ý</vt:lpstr>
      <vt:lpstr>KẾT QUẢ ĐẠT ĐƯỢC</vt:lpstr>
      <vt:lpstr>HẠN CHẾ</vt:lpstr>
      <vt:lpstr>HƯỚNG PHÁT TRIỂN</vt:lpstr>
      <vt:lpstr>KẾT LUẬN</vt:lpstr>
      <vt:lpstr>Xin cảm ơn Quý Thầy/Cô đã lắng nghe!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Nguyen Thi Thanh Phung</dc:creator>
  <cp:lastModifiedBy>Nguyen Thi Thanh Phung</cp:lastModifiedBy>
  <cp:revision>1</cp:revision>
  <dcterms:created xsi:type="dcterms:W3CDTF">2026-07-23T01:44:21Z</dcterms:created>
  <dcterms:modified xsi:type="dcterms:W3CDTF">2026-07-23T02:03:39Z</dcterms:modified>
</cp:coreProperties>
</file>